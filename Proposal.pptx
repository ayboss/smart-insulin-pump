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71" r:id="rId9"/>
    <p:sldId id="272" r:id="rId10"/>
    <p:sldId id="270" r:id="rId11"/>
    <p:sldId id="273" r:id="rId12"/>
    <p:sldId id="274" r:id="rId13"/>
    <p:sldId id="265" r:id="rId14"/>
    <p:sldId id="275" r:id="rId15"/>
    <p:sldId id="266" r:id="rId16"/>
    <p:sldId id="267" r:id="rId17"/>
    <p:sldId id="260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73390D-C6F3-61FD-CFBA-89D6A97E21B8}" v="422" dt="2024-01-28T09:51:39.363"/>
    <p1510:client id="{AEB5C08C-59FF-5706-2B3C-3FAEE36D8696}" v="3" dt="2024-01-28T18:30:01.043"/>
    <p1510:client id="{CA51D070-5D2F-C8D0-537C-A801C52DB808}" v="313" dt="2024-01-28T23:04:51.348"/>
    <p1510:client id="{E1EEB2B2-D80C-CFA4-0FC2-54DF7789E38E}" v="301" dt="2024-01-28T22:23:29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17.png"/><Relationship Id="rId10" Type="http://schemas.openxmlformats.org/officeDocument/2006/relationships/image" Target="../media/image31.svg"/><Relationship Id="rId4" Type="http://schemas.openxmlformats.org/officeDocument/2006/relationships/image" Target="../media/image26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17.png"/><Relationship Id="rId10" Type="http://schemas.openxmlformats.org/officeDocument/2006/relationships/image" Target="../media/image31.svg"/><Relationship Id="rId4" Type="http://schemas.openxmlformats.org/officeDocument/2006/relationships/image" Target="../media/image26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8756F7-67BA-4A6F-A32D-3A270B9B3D2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48FB69C-B92E-4665-A9BD-A7B6CF964631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INTRODUCTION</a:t>
          </a:r>
        </a:p>
      </dgm:t>
    </dgm:pt>
    <dgm:pt modelId="{141E7234-66FB-4EB4-A5B9-9EEBFF31A005}" type="parTrans" cxnId="{33D790A3-3E8E-42E5-9B36-E85BAFA1BEC6}">
      <dgm:prSet/>
      <dgm:spPr/>
      <dgm:t>
        <a:bodyPr/>
        <a:lstStyle/>
        <a:p>
          <a:endParaRPr lang="en-US"/>
        </a:p>
      </dgm:t>
    </dgm:pt>
    <dgm:pt modelId="{94E79480-34BB-4FE3-900A-AA4B06461433}" type="sibTrans" cxnId="{33D790A3-3E8E-42E5-9B36-E85BAFA1BEC6}">
      <dgm:prSet/>
      <dgm:spPr/>
      <dgm:t>
        <a:bodyPr/>
        <a:lstStyle/>
        <a:p>
          <a:endParaRPr lang="en-US"/>
        </a:p>
      </dgm:t>
    </dgm:pt>
    <dgm:pt modelId="{2F3B4FEF-8709-43FA-A3F1-3CD7548231A5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LITERATURE REVIEW</a:t>
          </a:r>
        </a:p>
      </dgm:t>
    </dgm:pt>
    <dgm:pt modelId="{092F94F4-6A8B-4485-BEFC-C087BA6BABBB}" type="parTrans" cxnId="{E4FAE8CA-8FF9-4CDB-B060-531EF7B93233}">
      <dgm:prSet/>
      <dgm:spPr/>
      <dgm:t>
        <a:bodyPr/>
        <a:lstStyle/>
        <a:p>
          <a:endParaRPr lang="en-US"/>
        </a:p>
      </dgm:t>
    </dgm:pt>
    <dgm:pt modelId="{5D68F1EA-BD3F-46E9-834D-A0D221D261C2}" type="sibTrans" cxnId="{E4FAE8CA-8FF9-4CDB-B060-531EF7B93233}">
      <dgm:prSet/>
      <dgm:spPr/>
      <dgm:t>
        <a:bodyPr/>
        <a:lstStyle/>
        <a:p>
          <a:endParaRPr lang="en-US"/>
        </a:p>
      </dgm:t>
    </dgm:pt>
    <dgm:pt modelId="{2A98FF3D-3C63-4390-B48F-D558456B5467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METHODOLOGY</a:t>
          </a:r>
        </a:p>
      </dgm:t>
    </dgm:pt>
    <dgm:pt modelId="{0F416667-C371-470D-8B3D-CC25C082A292}" type="parTrans" cxnId="{1E61FE45-FE3C-4025-8109-662D8CDF5E1A}">
      <dgm:prSet/>
      <dgm:spPr/>
      <dgm:t>
        <a:bodyPr/>
        <a:lstStyle/>
        <a:p>
          <a:endParaRPr lang="en-US"/>
        </a:p>
      </dgm:t>
    </dgm:pt>
    <dgm:pt modelId="{DE59BFF2-67ED-414C-B988-FB7357149503}" type="sibTrans" cxnId="{1E61FE45-FE3C-4025-8109-662D8CDF5E1A}">
      <dgm:prSet/>
      <dgm:spPr/>
      <dgm:t>
        <a:bodyPr/>
        <a:lstStyle/>
        <a:p>
          <a:endParaRPr lang="en-US"/>
        </a:p>
      </dgm:t>
    </dgm:pt>
    <dgm:pt modelId="{089E3C60-CDDE-4384-85E9-ABD99ECE2DA8}">
      <dgm:prSet/>
      <dgm:spPr/>
      <dgm:t>
        <a:bodyPr/>
        <a:lstStyle/>
        <a:p>
          <a:r>
            <a:rPr lang="en-US" dirty="0">
              <a:latin typeface="Times New Roman"/>
              <a:cs typeface="Times New Roman"/>
            </a:rPr>
            <a:t>REFERENCES</a:t>
          </a:r>
        </a:p>
      </dgm:t>
    </dgm:pt>
    <dgm:pt modelId="{87B5D96E-5E5C-4965-8738-92B1DF7A4CF4}" type="parTrans" cxnId="{0C77996F-DC05-464C-842F-D472B8D66C29}">
      <dgm:prSet/>
      <dgm:spPr/>
      <dgm:t>
        <a:bodyPr/>
        <a:lstStyle/>
        <a:p>
          <a:endParaRPr lang="en-US"/>
        </a:p>
      </dgm:t>
    </dgm:pt>
    <dgm:pt modelId="{009001DE-46F0-4706-A1E4-65F7842A64A5}" type="sibTrans" cxnId="{0C77996F-DC05-464C-842F-D472B8D66C29}">
      <dgm:prSet/>
      <dgm:spPr/>
      <dgm:t>
        <a:bodyPr/>
        <a:lstStyle/>
        <a:p>
          <a:endParaRPr lang="en-US"/>
        </a:p>
      </dgm:t>
    </dgm:pt>
    <dgm:pt modelId="{1941E527-E280-4521-8B8E-D79F24BE5B3F}" type="pres">
      <dgm:prSet presAssocID="{558756F7-67BA-4A6F-A32D-3A270B9B3D22}" presName="root" presStyleCnt="0">
        <dgm:presLayoutVars>
          <dgm:dir/>
          <dgm:resizeHandles val="exact"/>
        </dgm:presLayoutVars>
      </dgm:prSet>
      <dgm:spPr/>
    </dgm:pt>
    <dgm:pt modelId="{873D04BB-68E4-4193-9829-21B4C977A205}" type="pres">
      <dgm:prSet presAssocID="{448FB69C-B92E-4665-A9BD-A7B6CF964631}" presName="compNode" presStyleCnt="0"/>
      <dgm:spPr/>
    </dgm:pt>
    <dgm:pt modelId="{477D11D6-A698-427E-93FF-D8D27700BCD4}" type="pres">
      <dgm:prSet presAssocID="{448FB69C-B92E-4665-A9BD-A7B6CF964631}" presName="bgRect" presStyleLbl="bgShp" presStyleIdx="0" presStyleCnt="4"/>
      <dgm:spPr/>
    </dgm:pt>
    <dgm:pt modelId="{5B1427B9-11BA-4CD2-A27C-16A1EAC0EE94}" type="pres">
      <dgm:prSet presAssocID="{448FB69C-B92E-4665-A9BD-A7B6CF96463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801A5F17-3161-4D08-8EEB-19162ED7B5BB}" type="pres">
      <dgm:prSet presAssocID="{448FB69C-B92E-4665-A9BD-A7B6CF964631}" presName="spaceRect" presStyleCnt="0"/>
      <dgm:spPr/>
    </dgm:pt>
    <dgm:pt modelId="{C67BEE00-D2CB-49D4-8FDF-3F3AAB3E565B}" type="pres">
      <dgm:prSet presAssocID="{448FB69C-B92E-4665-A9BD-A7B6CF964631}" presName="parTx" presStyleLbl="revTx" presStyleIdx="0" presStyleCnt="4">
        <dgm:presLayoutVars>
          <dgm:chMax val="0"/>
          <dgm:chPref val="0"/>
        </dgm:presLayoutVars>
      </dgm:prSet>
      <dgm:spPr/>
    </dgm:pt>
    <dgm:pt modelId="{8D6CF529-E7FC-4859-AEED-F2DEDFA31CBC}" type="pres">
      <dgm:prSet presAssocID="{94E79480-34BB-4FE3-900A-AA4B06461433}" presName="sibTrans" presStyleCnt="0"/>
      <dgm:spPr/>
    </dgm:pt>
    <dgm:pt modelId="{2BD68FD8-B807-49CB-BED1-1B52BEAA4785}" type="pres">
      <dgm:prSet presAssocID="{2F3B4FEF-8709-43FA-A3F1-3CD7548231A5}" presName="compNode" presStyleCnt="0"/>
      <dgm:spPr/>
    </dgm:pt>
    <dgm:pt modelId="{AC6D8446-0059-4322-A870-09AAA41A5144}" type="pres">
      <dgm:prSet presAssocID="{2F3B4FEF-8709-43FA-A3F1-3CD7548231A5}" presName="bgRect" presStyleLbl="bgShp" presStyleIdx="1" presStyleCnt="4"/>
      <dgm:spPr/>
    </dgm:pt>
    <dgm:pt modelId="{CAD5AB30-9465-4A58-BBFA-D56FF6E28308}" type="pres">
      <dgm:prSet presAssocID="{2F3B4FEF-8709-43FA-A3F1-3CD7548231A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bric Report Library"/>
        </a:ext>
      </dgm:extLst>
    </dgm:pt>
    <dgm:pt modelId="{82CA7EF1-0F62-48A9-A32C-52A941288BBF}" type="pres">
      <dgm:prSet presAssocID="{2F3B4FEF-8709-43FA-A3F1-3CD7548231A5}" presName="spaceRect" presStyleCnt="0"/>
      <dgm:spPr/>
    </dgm:pt>
    <dgm:pt modelId="{3E82A30F-B41E-43A0-BBC5-90B21C889E51}" type="pres">
      <dgm:prSet presAssocID="{2F3B4FEF-8709-43FA-A3F1-3CD7548231A5}" presName="parTx" presStyleLbl="revTx" presStyleIdx="1" presStyleCnt="4">
        <dgm:presLayoutVars>
          <dgm:chMax val="0"/>
          <dgm:chPref val="0"/>
        </dgm:presLayoutVars>
      </dgm:prSet>
      <dgm:spPr/>
    </dgm:pt>
    <dgm:pt modelId="{53585657-8A39-43DC-8011-36CBEB11D5AA}" type="pres">
      <dgm:prSet presAssocID="{5D68F1EA-BD3F-46E9-834D-A0D221D261C2}" presName="sibTrans" presStyleCnt="0"/>
      <dgm:spPr/>
    </dgm:pt>
    <dgm:pt modelId="{781B50D4-7860-4AA9-A001-AE892D2C832E}" type="pres">
      <dgm:prSet presAssocID="{2A98FF3D-3C63-4390-B48F-D558456B5467}" presName="compNode" presStyleCnt="0"/>
      <dgm:spPr/>
    </dgm:pt>
    <dgm:pt modelId="{A1EBF77D-36A4-4504-B1E0-2B89DE96761E}" type="pres">
      <dgm:prSet presAssocID="{2A98FF3D-3C63-4390-B48F-D558456B5467}" presName="bgRect" presStyleLbl="bgShp" presStyleIdx="2" presStyleCnt="4"/>
      <dgm:spPr/>
    </dgm:pt>
    <dgm:pt modelId="{661602F6-038E-4E11-97C3-0F4EF3B20DAE}" type="pres">
      <dgm:prSet presAssocID="{2A98FF3D-3C63-4390-B48F-D558456B54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rollment"/>
        </a:ext>
      </dgm:extLst>
    </dgm:pt>
    <dgm:pt modelId="{8F3C7F89-7404-4136-81BB-9840070DCE93}" type="pres">
      <dgm:prSet presAssocID="{2A98FF3D-3C63-4390-B48F-D558456B5467}" presName="spaceRect" presStyleCnt="0"/>
      <dgm:spPr/>
    </dgm:pt>
    <dgm:pt modelId="{26CF1116-AB21-4AAA-9FE4-15D7682C161D}" type="pres">
      <dgm:prSet presAssocID="{2A98FF3D-3C63-4390-B48F-D558456B5467}" presName="parTx" presStyleLbl="revTx" presStyleIdx="2" presStyleCnt="4">
        <dgm:presLayoutVars>
          <dgm:chMax val="0"/>
          <dgm:chPref val="0"/>
        </dgm:presLayoutVars>
      </dgm:prSet>
      <dgm:spPr/>
    </dgm:pt>
    <dgm:pt modelId="{D4C9103C-730E-4E3F-B37F-222087D279EC}" type="pres">
      <dgm:prSet presAssocID="{DE59BFF2-67ED-414C-B988-FB7357149503}" presName="sibTrans" presStyleCnt="0"/>
      <dgm:spPr/>
    </dgm:pt>
    <dgm:pt modelId="{C1DD9498-BC6E-404D-867B-7AB9995608C1}" type="pres">
      <dgm:prSet presAssocID="{089E3C60-CDDE-4384-85E9-ABD99ECE2DA8}" presName="compNode" presStyleCnt="0"/>
      <dgm:spPr/>
    </dgm:pt>
    <dgm:pt modelId="{251512FE-99C4-43D0-8683-A5BDFB1EC765}" type="pres">
      <dgm:prSet presAssocID="{089E3C60-CDDE-4384-85E9-ABD99ECE2DA8}" presName="bgRect" presStyleLbl="bgShp" presStyleIdx="3" presStyleCnt="4"/>
      <dgm:spPr/>
    </dgm:pt>
    <dgm:pt modelId="{5D60B875-4CEB-4DF7-AB6C-2BE276B616B5}" type="pres">
      <dgm:prSet presAssocID="{089E3C60-CDDE-4384-85E9-ABD99ECE2D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er"/>
        </a:ext>
      </dgm:extLst>
    </dgm:pt>
    <dgm:pt modelId="{B63762B4-931D-41F5-95C6-B279EF74FD96}" type="pres">
      <dgm:prSet presAssocID="{089E3C60-CDDE-4384-85E9-ABD99ECE2DA8}" presName="spaceRect" presStyleCnt="0"/>
      <dgm:spPr/>
    </dgm:pt>
    <dgm:pt modelId="{348EC5F7-E6A6-4B3B-9C47-9924A67CD90D}" type="pres">
      <dgm:prSet presAssocID="{089E3C60-CDDE-4384-85E9-ABD99ECE2D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4F73712-BFDC-4AAF-AB3D-CD3E27B04CE5}" type="presOf" srcId="{448FB69C-B92E-4665-A9BD-A7B6CF964631}" destId="{C67BEE00-D2CB-49D4-8FDF-3F3AAB3E565B}" srcOrd="0" destOrd="0" presId="urn:microsoft.com/office/officeart/2018/2/layout/IconVerticalSolidList"/>
    <dgm:cxn modelId="{F7A4DD37-845F-4923-AEB1-EF812E34E237}" type="presOf" srcId="{558756F7-67BA-4A6F-A32D-3A270B9B3D22}" destId="{1941E527-E280-4521-8B8E-D79F24BE5B3F}" srcOrd="0" destOrd="0" presId="urn:microsoft.com/office/officeart/2018/2/layout/IconVerticalSolidList"/>
    <dgm:cxn modelId="{87B48460-5D9C-428D-B5AE-FB7BA2744E04}" type="presOf" srcId="{089E3C60-CDDE-4384-85E9-ABD99ECE2DA8}" destId="{348EC5F7-E6A6-4B3B-9C47-9924A67CD90D}" srcOrd="0" destOrd="0" presId="urn:microsoft.com/office/officeart/2018/2/layout/IconVerticalSolidList"/>
    <dgm:cxn modelId="{1E61FE45-FE3C-4025-8109-662D8CDF5E1A}" srcId="{558756F7-67BA-4A6F-A32D-3A270B9B3D22}" destId="{2A98FF3D-3C63-4390-B48F-D558456B5467}" srcOrd="2" destOrd="0" parTransId="{0F416667-C371-470D-8B3D-CC25C082A292}" sibTransId="{DE59BFF2-67ED-414C-B988-FB7357149503}"/>
    <dgm:cxn modelId="{0C77996F-DC05-464C-842F-D472B8D66C29}" srcId="{558756F7-67BA-4A6F-A32D-3A270B9B3D22}" destId="{089E3C60-CDDE-4384-85E9-ABD99ECE2DA8}" srcOrd="3" destOrd="0" parTransId="{87B5D96E-5E5C-4965-8738-92B1DF7A4CF4}" sibTransId="{009001DE-46F0-4706-A1E4-65F7842A64A5}"/>
    <dgm:cxn modelId="{33D790A3-3E8E-42E5-9B36-E85BAFA1BEC6}" srcId="{558756F7-67BA-4A6F-A32D-3A270B9B3D22}" destId="{448FB69C-B92E-4665-A9BD-A7B6CF964631}" srcOrd="0" destOrd="0" parTransId="{141E7234-66FB-4EB4-A5B9-9EEBFF31A005}" sibTransId="{94E79480-34BB-4FE3-900A-AA4B06461433}"/>
    <dgm:cxn modelId="{45DD61AC-F109-468C-8292-94BE1DDCE0A2}" type="presOf" srcId="{2A98FF3D-3C63-4390-B48F-D558456B5467}" destId="{26CF1116-AB21-4AAA-9FE4-15D7682C161D}" srcOrd="0" destOrd="0" presId="urn:microsoft.com/office/officeart/2018/2/layout/IconVerticalSolidList"/>
    <dgm:cxn modelId="{E4FAE8CA-8FF9-4CDB-B060-531EF7B93233}" srcId="{558756F7-67BA-4A6F-A32D-3A270B9B3D22}" destId="{2F3B4FEF-8709-43FA-A3F1-3CD7548231A5}" srcOrd="1" destOrd="0" parTransId="{092F94F4-6A8B-4485-BEFC-C087BA6BABBB}" sibTransId="{5D68F1EA-BD3F-46E9-834D-A0D221D261C2}"/>
    <dgm:cxn modelId="{8ED2D8EA-71DD-49D9-924C-EB95CDAB4BB2}" type="presOf" srcId="{2F3B4FEF-8709-43FA-A3F1-3CD7548231A5}" destId="{3E82A30F-B41E-43A0-BBC5-90B21C889E51}" srcOrd="0" destOrd="0" presId="urn:microsoft.com/office/officeart/2018/2/layout/IconVerticalSolidList"/>
    <dgm:cxn modelId="{5C714CDE-441A-4976-AB2E-932BF72EF90C}" type="presParOf" srcId="{1941E527-E280-4521-8B8E-D79F24BE5B3F}" destId="{873D04BB-68E4-4193-9829-21B4C977A205}" srcOrd="0" destOrd="0" presId="urn:microsoft.com/office/officeart/2018/2/layout/IconVerticalSolidList"/>
    <dgm:cxn modelId="{FBC59D6E-83BC-4B42-9CD8-A0358A4F2B1C}" type="presParOf" srcId="{873D04BB-68E4-4193-9829-21B4C977A205}" destId="{477D11D6-A698-427E-93FF-D8D27700BCD4}" srcOrd="0" destOrd="0" presId="urn:microsoft.com/office/officeart/2018/2/layout/IconVerticalSolidList"/>
    <dgm:cxn modelId="{B6CAD392-E13D-4770-8B4B-7BD7E031120C}" type="presParOf" srcId="{873D04BB-68E4-4193-9829-21B4C977A205}" destId="{5B1427B9-11BA-4CD2-A27C-16A1EAC0EE94}" srcOrd="1" destOrd="0" presId="urn:microsoft.com/office/officeart/2018/2/layout/IconVerticalSolidList"/>
    <dgm:cxn modelId="{930DBD61-41A6-40AA-9423-A4EF7484600A}" type="presParOf" srcId="{873D04BB-68E4-4193-9829-21B4C977A205}" destId="{801A5F17-3161-4D08-8EEB-19162ED7B5BB}" srcOrd="2" destOrd="0" presId="urn:microsoft.com/office/officeart/2018/2/layout/IconVerticalSolidList"/>
    <dgm:cxn modelId="{F96DB1C1-3C1E-4287-9E9D-BDF9B29E86A7}" type="presParOf" srcId="{873D04BB-68E4-4193-9829-21B4C977A205}" destId="{C67BEE00-D2CB-49D4-8FDF-3F3AAB3E565B}" srcOrd="3" destOrd="0" presId="urn:microsoft.com/office/officeart/2018/2/layout/IconVerticalSolidList"/>
    <dgm:cxn modelId="{479EAF45-BFC2-4B95-8D9B-1F37A7901BB8}" type="presParOf" srcId="{1941E527-E280-4521-8B8E-D79F24BE5B3F}" destId="{8D6CF529-E7FC-4859-AEED-F2DEDFA31CBC}" srcOrd="1" destOrd="0" presId="urn:microsoft.com/office/officeart/2018/2/layout/IconVerticalSolidList"/>
    <dgm:cxn modelId="{1D9089D1-0731-4413-A802-BDF5DD172602}" type="presParOf" srcId="{1941E527-E280-4521-8B8E-D79F24BE5B3F}" destId="{2BD68FD8-B807-49CB-BED1-1B52BEAA4785}" srcOrd="2" destOrd="0" presId="urn:microsoft.com/office/officeart/2018/2/layout/IconVerticalSolidList"/>
    <dgm:cxn modelId="{CC420D4E-3FBC-47DE-9638-8A3A695F44FB}" type="presParOf" srcId="{2BD68FD8-B807-49CB-BED1-1B52BEAA4785}" destId="{AC6D8446-0059-4322-A870-09AAA41A5144}" srcOrd="0" destOrd="0" presId="urn:microsoft.com/office/officeart/2018/2/layout/IconVerticalSolidList"/>
    <dgm:cxn modelId="{C6F54F15-C158-42C5-B228-8EAFC8E8577D}" type="presParOf" srcId="{2BD68FD8-B807-49CB-BED1-1B52BEAA4785}" destId="{CAD5AB30-9465-4A58-BBFA-D56FF6E28308}" srcOrd="1" destOrd="0" presId="urn:microsoft.com/office/officeart/2018/2/layout/IconVerticalSolidList"/>
    <dgm:cxn modelId="{30772603-D4CD-44B9-AE8B-7065223F23D8}" type="presParOf" srcId="{2BD68FD8-B807-49CB-BED1-1B52BEAA4785}" destId="{82CA7EF1-0F62-48A9-A32C-52A941288BBF}" srcOrd="2" destOrd="0" presId="urn:microsoft.com/office/officeart/2018/2/layout/IconVerticalSolidList"/>
    <dgm:cxn modelId="{9EE8733A-5B64-48B5-B465-5BB28FA785EC}" type="presParOf" srcId="{2BD68FD8-B807-49CB-BED1-1B52BEAA4785}" destId="{3E82A30F-B41E-43A0-BBC5-90B21C889E51}" srcOrd="3" destOrd="0" presId="urn:microsoft.com/office/officeart/2018/2/layout/IconVerticalSolidList"/>
    <dgm:cxn modelId="{D8DF84DC-E329-4DE2-9345-6C05DF1CD34B}" type="presParOf" srcId="{1941E527-E280-4521-8B8E-D79F24BE5B3F}" destId="{53585657-8A39-43DC-8011-36CBEB11D5AA}" srcOrd="3" destOrd="0" presId="urn:microsoft.com/office/officeart/2018/2/layout/IconVerticalSolidList"/>
    <dgm:cxn modelId="{83DA9A9E-EB1C-42E9-B7BA-90D8FA2B1994}" type="presParOf" srcId="{1941E527-E280-4521-8B8E-D79F24BE5B3F}" destId="{781B50D4-7860-4AA9-A001-AE892D2C832E}" srcOrd="4" destOrd="0" presId="urn:microsoft.com/office/officeart/2018/2/layout/IconVerticalSolidList"/>
    <dgm:cxn modelId="{B8110222-E1A5-4AEE-B465-23AC87640FED}" type="presParOf" srcId="{781B50D4-7860-4AA9-A001-AE892D2C832E}" destId="{A1EBF77D-36A4-4504-B1E0-2B89DE96761E}" srcOrd="0" destOrd="0" presId="urn:microsoft.com/office/officeart/2018/2/layout/IconVerticalSolidList"/>
    <dgm:cxn modelId="{E30C8012-68FB-4507-AE08-A31CC3DC4AA0}" type="presParOf" srcId="{781B50D4-7860-4AA9-A001-AE892D2C832E}" destId="{661602F6-038E-4E11-97C3-0F4EF3B20DAE}" srcOrd="1" destOrd="0" presId="urn:microsoft.com/office/officeart/2018/2/layout/IconVerticalSolidList"/>
    <dgm:cxn modelId="{B73013C5-F8C3-47A3-9E74-503425BE8D94}" type="presParOf" srcId="{781B50D4-7860-4AA9-A001-AE892D2C832E}" destId="{8F3C7F89-7404-4136-81BB-9840070DCE93}" srcOrd="2" destOrd="0" presId="urn:microsoft.com/office/officeart/2018/2/layout/IconVerticalSolidList"/>
    <dgm:cxn modelId="{302D43BA-2106-4C62-80DF-88EEAC3BEB38}" type="presParOf" srcId="{781B50D4-7860-4AA9-A001-AE892D2C832E}" destId="{26CF1116-AB21-4AAA-9FE4-15D7682C161D}" srcOrd="3" destOrd="0" presId="urn:microsoft.com/office/officeart/2018/2/layout/IconVerticalSolidList"/>
    <dgm:cxn modelId="{57515E99-8DDA-4CE9-94CA-FEBE36FE090E}" type="presParOf" srcId="{1941E527-E280-4521-8B8E-D79F24BE5B3F}" destId="{D4C9103C-730E-4E3F-B37F-222087D279EC}" srcOrd="5" destOrd="0" presId="urn:microsoft.com/office/officeart/2018/2/layout/IconVerticalSolidList"/>
    <dgm:cxn modelId="{0B2DB3B8-77CB-47EB-A613-8E735A8E7FD2}" type="presParOf" srcId="{1941E527-E280-4521-8B8E-D79F24BE5B3F}" destId="{C1DD9498-BC6E-404D-867B-7AB9995608C1}" srcOrd="6" destOrd="0" presId="urn:microsoft.com/office/officeart/2018/2/layout/IconVerticalSolidList"/>
    <dgm:cxn modelId="{C00186E6-3DCB-4C24-BF33-F343BE015ED0}" type="presParOf" srcId="{C1DD9498-BC6E-404D-867B-7AB9995608C1}" destId="{251512FE-99C4-43D0-8683-A5BDFB1EC765}" srcOrd="0" destOrd="0" presId="urn:microsoft.com/office/officeart/2018/2/layout/IconVerticalSolidList"/>
    <dgm:cxn modelId="{5D6E3756-3A17-48B4-B340-45FEE1BA9C55}" type="presParOf" srcId="{C1DD9498-BC6E-404D-867B-7AB9995608C1}" destId="{5D60B875-4CEB-4DF7-AB6C-2BE276B616B5}" srcOrd="1" destOrd="0" presId="urn:microsoft.com/office/officeart/2018/2/layout/IconVerticalSolidList"/>
    <dgm:cxn modelId="{2B83C3B7-2A48-4ADD-BE71-74236BCB245C}" type="presParOf" srcId="{C1DD9498-BC6E-404D-867B-7AB9995608C1}" destId="{B63762B4-931D-41F5-95C6-B279EF74FD96}" srcOrd="2" destOrd="0" presId="urn:microsoft.com/office/officeart/2018/2/layout/IconVerticalSolidList"/>
    <dgm:cxn modelId="{FC4B6D48-B192-49C8-AE96-7630179E4C9D}" type="presParOf" srcId="{C1DD9498-BC6E-404D-867B-7AB9995608C1}" destId="{348EC5F7-E6A6-4B3B-9C47-9924A67CD9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788635-D5E1-4B54-BE3A-59D338DE3B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3A937E9-F21D-4A3A-A52A-61BEF56016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Background to the study</a:t>
          </a:r>
        </a:p>
      </dgm:t>
    </dgm:pt>
    <dgm:pt modelId="{D5F16C30-4255-4EFE-AB7C-E277DBD53529}" type="parTrans" cxnId="{418A099C-4290-4C54-9D0B-1CBDD8EC8ACD}">
      <dgm:prSet/>
      <dgm:spPr/>
      <dgm:t>
        <a:bodyPr/>
        <a:lstStyle/>
        <a:p>
          <a:endParaRPr lang="en-US"/>
        </a:p>
      </dgm:t>
    </dgm:pt>
    <dgm:pt modelId="{56D5126D-38C2-44E2-9535-0FBA6FA07101}" type="sibTrans" cxnId="{418A099C-4290-4C54-9D0B-1CBDD8EC8ACD}">
      <dgm:prSet/>
      <dgm:spPr/>
      <dgm:t>
        <a:bodyPr/>
        <a:lstStyle/>
        <a:p>
          <a:endParaRPr lang="en-US"/>
        </a:p>
      </dgm:t>
    </dgm:pt>
    <dgm:pt modelId="{DCDDDA79-6745-4919-897B-7E17C1D896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Statement of the problem</a:t>
          </a:r>
        </a:p>
      </dgm:t>
    </dgm:pt>
    <dgm:pt modelId="{1B3D7566-6F13-406F-A12E-707572FEED12}" type="parTrans" cxnId="{9754BCFD-0AA2-4288-9D03-B23B41F97647}">
      <dgm:prSet/>
      <dgm:spPr/>
      <dgm:t>
        <a:bodyPr/>
        <a:lstStyle/>
        <a:p>
          <a:endParaRPr lang="en-US"/>
        </a:p>
      </dgm:t>
    </dgm:pt>
    <dgm:pt modelId="{D759620B-C843-427B-8662-A16FF7FCFFFE}" type="sibTrans" cxnId="{9754BCFD-0AA2-4288-9D03-B23B41F97647}">
      <dgm:prSet/>
      <dgm:spPr/>
      <dgm:t>
        <a:bodyPr/>
        <a:lstStyle/>
        <a:p>
          <a:endParaRPr lang="en-US"/>
        </a:p>
      </dgm:t>
    </dgm:pt>
    <dgm:pt modelId="{BFAEB6EB-3C15-4D6E-9AA1-802966F947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Aim and Objectives</a:t>
          </a:r>
        </a:p>
      </dgm:t>
    </dgm:pt>
    <dgm:pt modelId="{7CEA38F0-7D72-4509-B7E0-AE0966E7ED9A}" type="parTrans" cxnId="{7CC828B3-4FEB-4EA6-870C-426011F79608}">
      <dgm:prSet/>
      <dgm:spPr/>
      <dgm:t>
        <a:bodyPr/>
        <a:lstStyle/>
        <a:p>
          <a:endParaRPr lang="en-US"/>
        </a:p>
      </dgm:t>
    </dgm:pt>
    <dgm:pt modelId="{15FCCCD3-58E1-4DAB-A300-0EF3F023CE8C}" type="sibTrans" cxnId="{7CC828B3-4FEB-4EA6-870C-426011F79608}">
      <dgm:prSet/>
      <dgm:spPr/>
      <dgm:t>
        <a:bodyPr/>
        <a:lstStyle/>
        <a:p>
          <a:endParaRPr lang="en-US"/>
        </a:p>
      </dgm:t>
    </dgm:pt>
    <dgm:pt modelId="{3AB52BAA-9F9F-455D-ACF8-8D8F9978CE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Significance of the study</a:t>
          </a:r>
        </a:p>
      </dgm:t>
    </dgm:pt>
    <dgm:pt modelId="{2657E291-B410-448E-A637-1F7F6A8AE979}" type="parTrans" cxnId="{B7064654-4B91-4115-90FD-0A308C0981EF}">
      <dgm:prSet/>
      <dgm:spPr/>
      <dgm:t>
        <a:bodyPr/>
        <a:lstStyle/>
        <a:p>
          <a:endParaRPr lang="en-US"/>
        </a:p>
      </dgm:t>
    </dgm:pt>
    <dgm:pt modelId="{F5781481-7527-43A4-908A-721EA9FEC369}" type="sibTrans" cxnId="{B7064654-4B91-4115-90FD-0A308C0981EF}">
      <dgm:prSet/>
      <dgm:spPr/>
      <dgm:t>
        <a:bodyPr/>
        <a:lstStyle/>
        <a:p>
          <a:endParaRPr lang="en-US"/>
        </a:p>
      </dgm:t>
    </dgm:pt>
    <dgm:pt modelId="{625D3FAD-6B6A-4B17-BE3B-6CEF793CB380}" type="pres">
      <dgm:prSet presAssocID="{67788635-D5E1-4B54-BE3A-59D338DE3B7B}" presName="root" presStyleCnt="0">
        <dgm:presLayoutVars>
          <dgm:dir/>
          <dgm:resizeHandles val="exact"/>
        </dgm:presLayoutVars>
      </dgm:prSet>
      <dgm:spPr/>
    </dgm:pt>
    <dgm:pt modelId="{EF5D3472-5B8B-4F40-B65E-021DE28A6660}" type="pres">
      <dgm:prSet presAssocID="{13A937E9-F21D-4A3A-A52A-61BEF560166F}" presName="compNode" presStyleCnt="0"/>
      <dgm:spPr/>
    </dgm:pt>
    <dgm:pt modelId="{AABD073B-1B25-47B1-BD26-B0DCD611E96B}" type="pres">
      <dgm:prSet presAssocID="{13A937E9-F21D-4A3A-A52A-61BEF560166F}" presName="bgRect" presStyleLbl="bgShp" presStyleIdx="0" presStyleCnt="4"/>
      <dgm:spPr/>
    </dgm:pt>
    <dgm:pt modelId="{76C83C86-E3D8-46A6-ADC9-B538902FFA1C}" type="pres">
      <dgm:prSet presAssocID="{13A937E9-F21D-4A3A-A52A-61BEF56016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65A460F-CB09-4AA1-B7F6-22B860427CE5}" type="pres">
      <dgm:prSet presAssocID="{13A937E9-F21D-4A3A-A52A-61BEF560166F}" presName="spaceRect" presStyleCnt="0"/>
      <dgm:spPr/>
    </dgm:pt>
    <dgm:pt modelId="{C16FA916-C0F8-4D86-8A07-9E2C93D693F0}" type="pres">
      <dgm:prSet presAssocID="{13A937E9-F21D-4A3A-A52A-61BEF560166F}" presName="parTx" presStyleLbl="revTx" presStyleIdx="0" presStyleCnt="4">
        <dgm:presLayoutVars>
          <dgm:chMax val="0"/>
          <dgm:chPref val="0"/>
        </dgm:presLayoutVars>
      </dgm:prSet>
      <dgm:spPr/>
    </dgm:pt>
    <dgm:pt modelId="{C2810585-CF38-43EA-B26D-6BF9E89A2804}" type="pres">
      <dgm:prSet presAssocID="{56D5126D-38C2-44E2-9535-0FBA6FA07101}" presName="sibTrans" presStyleCnt="0"/>
      <dgm:spPr/>
    </dgm:pt>
    <dgm:pt modelId="{6C4BD7A8-0C4C-46C9-82D2-F73EB30F0C9C}" type="pres">
      <dgm:prSet presAssocID="{DCDDDA79-6745-4919-897B-7E17C1D896D4}" presName="compNode" presStyleCnt="0"/>
      <dgm:spPr/>
    </dgm:pt>
    <dgm:pt modelId="{81520E45-BDF6-4A46-B57A-362B8B4F382C}" type="pres">
      <dgm:prSet presAssocID="{DCDDDA79-6745-4919-897B-7E17C1D896D4}" presName="bgRect" presStyleLbl="bgShp" presStyleIdx="1" presStyleCnt="4"/>
      <dgm:spPr/>
    </dgm:pt>
    <dgm:pt modelId="{7611229B-90A3-47A4-8FAA-BCFA993B908F}" type="pres">
      <dgm:prSet presAssocID="{DCDDDA79-6745-4919-897B-7E17C1D896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A108DA7-3C1A-4790-A0EB-C46F75651762}" type="pres">
      <dgm:prSet presAssocID="{DCDDDA79-6745-4919-897B-7E17C1D896D4}" presName="spaceRect" presStyleCnt="0"/>
      <dgm:spPr/>
    </dgm:pt>
    <dgm:pt modelId="{5E1A1A4F-A027-4246-8A1A-BCA6CC1D8536}" type="pres">
      <dgm:prSet presAssocID="{DCDDDA79-6745-4919-897B-7E17C1D896D4}" presName="parTx" presStyleLbl="revTx" presStyleIdx="1" presStyleCnt="4">
        <dgm:presLayoutVars>
          <dgm:chMax val="0"/>
          <dgm:chPref val="0"/>
        </dgm:presLayoutVars>
      </dgm:prSet>
      <dgm:spPr/>
    </dgm:pt>
    <dgm:pt modelId="{8EDD8D77-D048-411B-A6D8-28145B435139}" type="pres">
      <dgm:prSet presAssocID="{D759620B-C843-427B-8662-A16FF7FCFFFE}" presName="sibTrans" presStyleCnt="0"/>
      <dgm:spPr/>
    </dgm:pt>
    <dgm:pt modelId="{29B103C2-05C5-4A8B-AD29-7FE87892788C}" type="pres">
      <dgm:prSet presAssocID="{BFAEB6EB-3C15-4D6E-9AA1-802966F94764}" presName="compNode" presStyleCnt="0"/>
      <dgm:spPr/>
    </dgm:pt>
    <dgm:pt modelId="{CE76641F-2CC2-4A9A-A62C-17E6D18059EC}" type="pres">
      <dgm:prSet presAssocID="{BFAEB6EB-3C15-4D6E-9AA1-802966F94764}" presName="bgRect" presStyleLbl="bgShp" presStyleIdx="2" presStyleCnt="4"/>
      <dgm:spPr/>
    </dgm:pt>
    <dgm:pt modelId="{6A6E92A3-532F-4F7A-9DE2-F409A7C2CD53}" type="pres">
      <dgm:prSet presAssocID="{BFAEB6EB-3C15-4D6E-9AA1-802966F947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894F170-CE6F-499F-9FE7-E35A8D526CF9}" type="pres">
      <dgm:prSet presAssocID="{BFAEB6EB-3C15-4D6E-9AA1-802966F94764}" presName="spaceRect" presStyleCnt="0"/>
      <dgm:spPr/>
    </dgm:pt>
    <dgm:pt modelId="{AF1F7F5E-35B7-4D82-8A7A-63913F8A8A99}" type="pres">
      <dgm:prSet presAssocID="{BFAEB6EB-3C15-4D6E-9AA1-802966F94764}" presName="parTx" presStyleLbl="revTx" presStyleIdx="2" presStyleCnt="4">
        <dgm:presLayoutVars>
          <dgm:chMax val="0"/>
          <dgm:chPref val="0"/>
        </dgm:presLayoutVars>
      </dgm:prSet>
      <dgm:spPr/>
    </dgm:pt>
    <dgm:pt modelId="{ADFEB5F2-1ED3-4E52-91DE-D9A3FDAD4B43}" type="pres">
      <dgm:prSet presAssocID="{15FCCCD3-58E1-4DAB-A300-0EF3F023CE8C}" presName="sibTrans" presStyleCnt="0"/>
      <dgm:spPr/>
    </dgm:pt>
    <dgm:pt modelId="{C25FE880-5E07-4AF8-A66D-D0577026093C}" type="pres">
      <dgm:prSet presAssocID="{3AB52BAA-9F9F-455D-ACF8-8D8F9978CE72}" presName="compNode" presStyleCnt="0"/>
      <dgm:spPr/>
    </dgm:pt>
    <dgm:pt modelId="{B8B6B935-A0D5-4A4B-8917-D4B4B8B1C4A3}" type="pres">
      <dgm:prSet presAssocID="{3AB52BAA-9F9F-455D-ACF8-8D8F9978CE72}" presName="bgRect" presStyleLbl="bgShp" presStyleIdx="3" presStyleCnt="4"/>
      <dgm:spPr/>
    </dgm:pt>
    <dgm:pt modelId="{C7393377-CF81-4247-810A-50E3D7E17F13}" type="pres">
      <dgm:prSet presAssocID="{3AB52BAA-9F9F-455D-ACF8-8D8F9978CE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31FAC7C-CDBB-4D8F-A167-68EEA25B8D32}" type="pres">
      <dgm:prSet presAssocID="{3AB52BAA-9F9F-455D-ACF8-8D8F9978CE72}" presName="spaceRect" presStyleCnt="0"/>
      <dgm:spPr/>
    </dgm:pt>
    <dgm:pt modelId="{CD5CF26B-3623-4D67-B8E3-D48D9E2D7995}" type="pres">
      <dgm:prSet presAssocID="{3AB52BAA-9F9F-455D-ACF8-8D8F9978CE7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F361A26-B543-4401-BE2C-51F91C18AA07}" type="presOf" srcId="{BFAEB6EB-3C15-4D6E-9AA1-802966F94764}" destId="{AF1F7F5E-35B7-4D82-8A7A-63913F8A8A99}" srcOrd="0" destOrd="0" presId="urn:microsoft.com/office/officeart/2018/2/layout/IconVerticalSolidList"/>
    <dgm:cxn modelId="{B7064654-4B91-4115-90FD-0A308C0981EF}" srcId="{67788635-D5E1-4B54-BE3A-59D338DE3B7B}" destId="{3AB52BAA-9F9F-455D-ACF8-8D8F9978CE72}" srcOrd="3" destOrd="0" parTransId="{2657E291-B410-448E-A637-1F7F6A8AE979}" sibTransId="{F5781481-7527-43A4-908A-721EA9FEC369}"/>
    <dgm:cxn modelId="{29217482-73EE-4213-8F73-06EB2ACFD918}" type="presOf" srcId="{3AB52BAA-9F9F-455D-ACF8-8D8F9978CE72}" destId="{CD5CF26B-3623-4D67-B8E3-D48D9E2D7995}" srcOrd="0" destOrd="0" presId="urn:microsoft.com/office/officeart/2018/2/layout/IconVerticalSolidList"/>
    <dgm:cxn modelId="{BA305295-FE87-4E4B-9B91-3E1468CB5423}" type="presOf" srcId="{13A937E9-F21D-4A3A-A52A-61BEF560166F}" destId="{C16FA916-C0F8-4D86-8A07-9E2C93D693F0}" srcOrd="0" destOrd="0" presId="urn:microsoft.com/office/officeart/2018/2/layout/IconVerticalSolidList"/>
    <dgm:cxn modelId="{418A099C-4290-4C54-9D0B-1CBDD8EC8ACD}" srcId="{67788635-D5E1-4B54-BE3A-59D338DE3B7B}" destId="{13A937E9-F21D-4A3A-A52A-61BEF560166F}" srcOrd="0" destOrd="0" parTransId="{D5F16C30-4255-4EFE-AB7C-E277DBD53529}" sibTransId="{56D5126D-38C2-44E2-9535-0FBA6FA07101}"/>
    <dgm:cxn modelId="{77D51DAE-4AC5-45A8-B4C3-BE2212EDA77E}" type="presOf" srcId="{67788635-D5E1-4B54-BE3A-59D338DE3B7B}" destId="{625D3FAD-6B6A-4B17-BE3B-6CEF793CB380}" srcOrd="0" destOrd="0" presId="urn:microsoft.com/office/officeart/2018/2/layout/IconVerticalSolidList"/>
    <dgm:cxn modelId="{7CC828B3-4FEB-4EA6-870C-426011F79608}" srcId="{67788635-D5E1-4B54-BE3A-59D338DE3B7B}" destId="{BFAEB6EB-3C15-4D6E-9AA1-802966F94764}" srcOrd="2" destOrd="0" parTransId="{7CEA38F0-7D72-4509-B7E0-AE0966E7ED9A}" sibTransId="{15FCCCD3-58E1-4DAB-A300-0EF3F023CE8C}"/>
    <dgm:cxn modelId="{D6CE66D3-4B9B-4C4A-9050-28AA5C55AF55}" type="presOf" srcId="{DCDDDA79-6745-4919-897B-7E17C1D896D4}" destId="{5E1A1A4F-A027-4246-8A1A-BCA6CC1D8536}" srcOrd="0" destOrd="0" presId="urn:microsoft.com/office/officeart/2018/2/layout/IconVerticalSolidList"/>
    <dgm:cxn modelId="{9754BCFD-0AA2-4288-9D03-B23B41F97647}" srcId="{67788635-D5E1-4B54-BE3A-59D338DE3B7B}" destId="{DCDDDA79-6745-4919-897B-7E17C1D896D4}" srcOrd="1" destOrd="0" parTransId="{1B3D7566-6F13-406F-A12E-707572FEED12}" sibTransId="{D759620B-C843-427B-8662-A16FF7FCFFFE}"/>
    <dgm:cxn modelId="{B031E66A-760B-481B-9589-0724D2BDC9DE}" type="presParOf" srcId="{625D3FAD-6B6A-4B17-BE3B-6CEF793CB380}" destId="{EF5D3472-5B8B-4F40-B65E-021DE28A6660}" srcOrd="0" destOrd="0" presId="urn:microsoft.com/office/officeart/2018/2/layout/IconVerticalSolidList"/>
    <dgm:cxn modelId="{137DE4E0-0B61-47A3-9205-76C0D1E33D2C}" type="presParOf" srcId="{EF5D3472-5B8B-4F40-B65E-021DE28A6660}" destId="{AABD073B-1B25-47B1-BD26-B0DCD611E96B}" srcOrd="0" destOrd="0" presId="urn:microsoft.com/office/officeart/2018/2/layout/IconVerticalSolidList"/>
    <dgm:cxn modelId="{9747A889-2BBF-4A6E-9926-B869EA21A201}" type="presParOf" srcId="{EF5D3472-5B8B-4F40-B65E-021DE28A6660}" destId="{76C83C86-E3D8-46A6-ADC9-B538902FFA1C}" srcOrd="1" destOrd="0" presId="urn:microsoft.com/office/officeart/2018/2/layout/IconVerticalSolidList"/>
    <dgm:cxn modelId="{2F304CAF-523C-43DA-998A-54FB1DB673B1}" type="presParOf" srcId="{EF5D3472-5B8B-4F40-B65E-021DE28A6660}" destId="{965A460F-CB09-4AA1-B7F6-22B860427CE5}" srcOrd="2" destOrd="0" presId="urn:microsoft.com/office/officeart/2018/2/layout/IconVerticalSolidList"/>
    <dgm:cxn modelId="{FB0183B7-0BE1-4E96-A3D8-42F5A5AB9796}" type="presParOf" srcId="{EF5D3472-5B8B-4F40-B65E-021DE28A6660}" destId="{C16FA916-C0F8-4D86-8A07-9E2C93D693F0}" srcOrd="3" destOrd="0" presId="urn:microsoft.com/office/officeart/2018/2/layout/IconVerticalSolidList"/>
    <dgm:cxn modelId="{34A98B6D-70D4-45B0-9BCA-5D397830A028}" type="presParOf" srcId="{625D3FAD-6B6A-4B17-BE3B-6CEF793CB380}" destId="{C2810585-CF38-43EA-B26D-6BF9E89A2804}" srcOrd="1" destOrd="0" presId="urn:microsoft.com/office/officeart/2018/2/layout/IconVerticalSolidList"/>
    <dgm:cxn modelId="{18C060D3-5C8C-41F7-8E79-EA6199DF9593}" type="presParOf" srcId="{625D3FAD-6B6A-4B17-BE3B-6CEF793CB380}" destId="{6C4BD7A8-0C4C-46C9-82D2-F73EB30F0C9C}" srcOrd="2" destOrd="0" presId="urn:microsoft.com/office/officeart/2018/2/layout/IconVerticalSolidList"/>
    <dgm:cxn modelId="{BB24AA23-23C4-4D63-8712-B0AC7F083BFC}" type="presParOf" srcId="{6C4BD7A8-0C4C-46C9-82D2-F73EB30F0C9C}" destId="{81520E45-BDF6-4A46-B57A-362B8B4F382C}" srcOrd="0" destOrd="0" presId="urn:microsoft.com/office/officeart/2018/2/layout/IconVerticalSolidList"/>
    <dgm:cxn modelId="{09C741B4-E92C-4B9E-8145-BF2CDBCD0C69}" type="presParOf" srcId="{6C4BD7A8-0C4C-46C9-82D2-F73EB30F0C9C}" destId="{7611229B-90A3-47A4-8FAA-BCFA993B908F}" srcOrd="1" destOrd="0" presId="urn:microsoft.com/office/officeart/2018/2/layout/IconVerticalSolidList"/>
    <dgm:cxn modelId="{98031E41-5668-41EF-AA77-7435915C31F2}" type="presParOf" srcId="{6C4BD7A8-0C4C-46C9-82D2-F73EB30F0C9C}" destId="{0A108DA7-3C1A-4790-A0EB-C46F75651762}" srcOrd="2" destOrd="0" presId="urn:microsoft.com/office/officeart/2018/2/layout/IconVerticalSolidList"/>
    <dgm:cxn modelId="{CEF1B08F-56A8-45FC-BD71-852A48F9523C}" type="presParOf" srcId="{6C4BD7A8-0C4C-46C9-82D2-F73EB30F0C9C}" destId="{5E1A1A4F-A027-4246-8A1A-BCA6CC1D8536}" srcOrd="3" destOrd="0" presId="urn:microsoft.com/office/officeart/2018/2/layout/IconVerticalSolidList"/>
    <dgm:cxn modelId="{95267654-61B8-427E-8114-53C7B170BC5B}" type="presParOf" srcId="{625D3FAD-6B6A-4B17-BE3B-6CEF793CB380}" destId="{8EDD8D77-D048-411B-A6D8-28145B435139}" srcOrd="3" destOrd="0" presId="urn:microsoft.com/office/officeart/2018/2/layout/IconVerticalSolidList"/>
    <dgm:cxn modelId="{82E50366-C949-4235-BDD1-99F24406024D}" type="presParOf" srcId="{625D3FAD-6B6A-4B17-BE3B-6CEF793CB380}" destId="{29B103C2-05C5-4A8B-AD29-7FE87892788C}" srcOrd="4" destOrd="0" presId="urn:microsoft.com/office/officeart/2018/2/layout/IconVerticalSolidList"/>
    <dgm:cxn modelId="{DB7A0932-7506-473F-B9B2-75ECD6CBE9C0}" type="presParOf" srcId="{29B103C2-05C5-4A8B-AD29-7FE87892788C}" destId="{CE76641F-2CC2-4A9A-A62C-17E6D18059EC}" srcOrd="0" destOrd="0" presId="urn:microsoft.com/office/officeart/2018/2/layout/IconVerticalSolidList"/>
    <dgm:cxn modelId="{DF6FD869-F85C-442F-8879-564B63A19B32}" type="presParOf" srcId="{29B103C2-05C5-4A8B-AD29-7FE87892788C}" destId="{6A6E92A3-532F-4F7A-9DE2-F409A7C2CD53}" srcOrd="1" destOrd="0" presId="urn:microsoft.com/office/officeart/2018/2/layout/IconVerticalSolidList"/>
    <dgm:cxn modelId="{49590525-4B50-41A1-AC53-317759C40469}" type="presParOf" srcId="{29B103C2-05C5-4A8B-AD29-7FE87892788C}" destId="{9894F170-CE6F-499F-9FE7-E35A8D526CF9}" srcOrd="2" destOrd="0" presId="urn:microsoft.com/office/officeart/2018/2/layout/IconVerticalSolidList"/>
    <dgm:cxn modelId="{4DEE410A-8DC4-4EF0-8CB7-A0E2DF69FB99}" type="presParOf" srcId="{29B103C2-05C5-4A8B-AD29-7FE87892788C}" destId="{AF1F7F5E-35B7-4D82-8A7A-63913F8A8A99}" srcOrd="3" destOrd="0" presId="urn:microsoft.com/office/officeart/2018/2/layout/IconVerticalSolidList"/>
    <dgm:cxn modelId="{6E893004-C36D-495C-A3BC-745A28421B9C}" type="presParOf" srcId="{625D3FAD-6B6A-4B17-BE3B-6CEF793CB380}" destId="{ADFEB5F2-1ED3-4E52-91DE-D9A3FDAD4B43}" srcOrd="5" destOrd="0" presId="urn:microsoft.com/office/officeart/2018/2/layout/IconVerticalSolidList"/>
    <dgm:cxn modelId="{EB78A587-3854-4D97-9617-556DBC5E58A8}" type="presParOf" srcId="{625D3FAD-6B6A-4B17-BE3B-6CEF793CB380}" destId="{C25FE880-5E07-4AF8-A66D-D0577026093C}" srcOrd="6" destOrd="0" presId="urn:microsoft.com/office/officeart/2018/2/layout/IconVerticalSolidList"/>
    <dgm:cxn modelId="{D5EDDA15-2D21-4D0C-B212-A19B0F7A4B74}" type="presParOf" srcId="{C25FE880-5E07-4AF8-A66D-D0577026093C}" destId="{B8B6B935-A0D5-4A4B-8917-D4B4B8B1C4A3}" srcOrd="0" destOrd="0" presId="urn:microsoft.com/office/officeart/2018/2/layout/IconVerticalSolidList"/>
    <dgm:cxn modelId="{014D05BF-1F81-48EE-A4A3-0297FDCA4247}" type="presParOf" srcId="{C25FE880-5E07-4AF8-A66D-D0577026093C}" destId="{C7393377-CF81-4247-810A-50E3D7E17F13}" srcOrd="1" destOrd="0" presId="urn:microsoft.com/office/officeart/2018/2/layout/IconVerticalSolidList"/>
    <dgm:cxn modelId="{3A336A69-915E-43FB-B549-D4B265816B4B}" type="presParOf" srcId="{C25FE880-5E07-4AF8-A66D-D0577026093C}" destId="{231FAC7C-CDBB-4D8F-A167-68EEA25B8D32}" srcOrd="2" destOrd="0" presId="urn:microsoft.com/office/officeart/2018/2/layout/IconVerticalSolidList"/>
    <dgm:cxn modelId="{D7D71E82-DF0B-46B7-B499-4947C66739CD}" type="presParOf" srcId="{C25FE880-5E07-4AF8-A66D-D0577026093C}" destId="{CD5CF26B-3623-4D67-B8E3-D48D9E2D79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3FAB47-84AA-465A-903A-14CC0859D32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9D44F8-AF1C-4113-B89E-D8F52E32514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To Add connectivity and app for remote monitoring/alerts</a:t>
          </a:r>
        </a:p>
      </dgm:t>
    </dgm:pt>
    <dgm:pt modelId="{6F81E392-0423-40FB-B14D-7327C776AE83}" type="parTrans" cxnId="{D976223F-9297-417A-B403-32971D7353D2}">
      <dgm:prSet/>
      <dgm:spPr/>
      <dgm:t>
        <a:bodyPr/>
        <a:lstStyle/>
        <a:p>
          <a:endParaRPr lang="en-US"/>
        </a:p>
      </dgm:t>
    </dgm:pt>
    <dgm:pt modelId="{F36184CE-A5D2-41C7-BD81-87640A7730DC}" type="sibTrans" cxnId="{D976223F-9297-417A-B403-32971D7353D2}">
      <dgm:prSet/>
      <dgm:spPr/>
      <dgm:t>
        <a:bodyPr/>
        <a:lstStyle/>
        <a:p>
          <a:endParaRPr lang="en-US"/>
        </a:p>
      </dgm:t>
    </dgm:pt>
    <dgm:pt modelId="{46AAB9E6-3100-438A-9682-78B7D635A0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/>
              <a:cs typeface="Times New Roman"/>
            </a:rPr>
            <a:t>Aim:</a:t>
          </a:r>
          <a:r>
            <a:rPr lang="en-US" dirty="0">
              <a:latin typeface="Times New Roman"/>
              <a:cs typeface="Times New Roman"/>
            </a:rPr>
            <a:t> </a:t>
          </a:r>
        </a:p>
      </dgm:t>
    </dgm:pt>
    <dgm:pt modelId="{18AF6929-D50F-4AC4-A84A-2360E0364FA6}" type="parTrans" cxnId="{8850DD8A-ED78-4E50-BF8F-DFA13F0E431B}">
      <dgm:prSet/>
      <dgm:spPr/>
      <dgm:t>
        <a:bodyPr/>
        <a:lstStyle/>
        <a:p>
          <a:endParaRPr lang="en-US"/>
        </a:p>
      </dgm:t>
    </dgm:pt>
    <dgm:pt modelId="{6523E5D1-4278-43D9-9736-E2EDC81E4351}" type="sibTrans" cxnId="{8850DD8A-ED78-4E50-BF8F-DFA13F0E431B}">
      <dgm:prSet/>
      <dgm:spPr/>
      <dgm:t>
        <a:bodyPr/>
        <a:lstStyle/>
        <a:p>
          <a:endParaRPr lang="en-US"/>
        </a:p>
      </dgm:t>
    </dgm:pt>
    <dgm:pt modelId="{D7B22C1D-3970-4141-86BC-DE7305255A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To develop a cost-effective, smart insulin pump for automated blood glucose control and management.</a:t>
          </a:r>
        </a:p>
      </dgm:t>
    </dgm:pt>
    <dgm:pt modelId="{9EFC524D-7718-4C18-98DF-BF25928DDCF8}" type="parTrans" cxnId="{9C95E8B6-E51E-4D6C-8229-6074D224C062}">
      <dgm:prSet/>
      <dgm:spPr/>
      <dgm:t>
        <a:bodyPr/>
        <a:lstStyle/>
        <a:p>
          <a:endParaRPr lang="en-US"/>
        </a:p>
      </dgm:t>
    </dgm:pt>
    <dgm:pt modelId="{3D3246DA-BC7C-4626-A492-96EE1C3E88A5}" type="sibTrans" cxnId="{9C95E8B6-E51E-4D6C-8229-6074D224C062}">
      <dgm:prSet/>
      <dgm:spPr/>
      <dgm:t>
        <a:bodyPr/>
        <a:lstStyle/>
        <a:p>
          <a:endParaRPr lang="en-US"/>
        </a:p>
      </dgm:t>
    </dgm:pt>
    <dgm:pt modelId="{9197FF84-F68E-4AD8-A47A-DA1F72321D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/>
              <a:cs typeface="Times New Roman"/>
            </a:rPr>
            <a:t>Objectives:</a:t>
          </a:r>
          <a:endParaRPr lang="en-US" dirty="0">
            <a:latin typeface="Times New Roman"/>
            <a:cs typeface="Times New Roman"/>
          </a:endParaRPr>
        </a:p>
      </dgm:t>
    </dgm:pt>
    <dgm:pt modelId="{F84FA5C7-499B-44A7-B74E-18A371DF6EE5}" type="parTrans" cxnId="{537B54FD-FE4B-4565-B7BE-0356009D53FD}">
      <dgm:prSet/>
      <dgm:spPr/>
      <dgm:t>
        <a:bodyPr/>
        <a:lstStyle/>
        <a:p>
          <a:endParaRPr lang="en-US"/>
        </a:p>
      </dgm:t>
    </dgm:pt>
    <dgm:pt modelId="{0928BE39-CBB5-40C7-A590-C34C7588A74A}" type="sibTrans" cxnId="{537B54FD-FE4B-4565-B7BE-0356009D53FD}">
      <dgm:prSet/>
      <dgm:spPr/>
      <dgm:t>
        <a:bodyPr/>
        <a:lstStyle/>
        <a:p>
          <a:endParaRPr lang="en-US"/>
        </a:p>
      </dgm:t>
    </dgm:pt>
    <dgm:pt modelId="{6C111567-A3C3-4E0E-B72A-A26B492FCAFC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To Incorporate real-time continuous glucose monitor</a:t>
          </a:r>
        </a:p>
      </dgm:t>
    </dgm:pt>
    <dgm:pt modelId="{0B912F8E-FB44-4CAE-AC81-1E88B33014EB}" type="parTrans" cxnId="{548F6A71-2776-47AD-A67A-9431F9742F8A}">
      <dgm:prSet/>
      <dgm:spPr/>
      <dgm:t>
        <a:bodyPr/>
        <a:lstStyle/>
        <a:p>
          <a:endParaRPr lang="en-US"/>
        </a:p>
      </dgm:t>
    </dgm:pt>
    <dgm:pt modelId="{5B89C2F1-C5CF-4231-9F79-050D31E93191}" type="sibTrans" cxnId="{548F6A71-2776-47AD-A67A-9431F9742F8A}">
      <dgm:prSet/>
      <dgm:spPr/>
      <dgm:t>
        <a:bodyPr/>
        <a:lstStyle/>
        <a:p>
          <a:endParaRPr lang="en-US"/>
        </a:p>
      </dgm:t>
    </dgm:pt>
    <dgm:pt modelId="{627F10C9-59F7-4BCA-9C6F-0CA0CD3C5065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To Develop control algorithms to automate insulin delivery</a:t>
          </a:r>
        </a:p>
      </dgm:t>
    </dgm:pt>
    <dgm:pt modelId="{84D1A5BA-33F0-4AC3-95F7-947F98CDF336}" type="parTrans" cxnId="{5CA70AAC-7EAE-4CCC-882C-447FC476051D}">
      <dgm:prSet/>
      <dgm:spPr/>
      <dgm:t>
        <a:bodyPr/>
        <a:lstStyle/>
        <a:p>
          <a:endParaRPr lang="en-US"/>
        </a:p>
      </dgm:t>
    </dgm:pt>
    <dgm:pt modelId="{A39A46EE-D2BA-49EF-A550-6E08118C3BA9}" type="sibTrans" cxnId="{5CA70AAC-7EAE-4CCC-882C-447FC476051D}">
      <dgm:prSet/>
      <dgm:spPr/>
      <dgm:t>
        <a:bodyPr/>
        <a:lstStyle/>
        <a:p>
          <a:endParaRPr lang="en-US"/>
        </a:p>
      </dgm:t>
    </dgm:pt>
    <dgm:pt modelId="{7FBB180B-8005-4214-A1AF-2F91FF172E2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Times New Roman"/>
              <a:cs typeface="Times New Roman"/>
            </a:rPr>
            <a:t>To Test and validate the automated insulin pump system</a:t>
          </a:r>
        </a:p>
      </dgm:t>
    </dgm:pt>
    <dgm:pt modelId="{D0AEDF83-D19B-48FB-85C2-74B94AB8EF11}" type="parTrans" cxnId="{C6478E0A-8649-4AF6-8540-0559449FB2FD}">
      <dgm:prSet/>
      <dgm:spPr/>
      <dgm:t>
        <a:bodyPr/>
        <a:lstStyle/>
        <a:p>
          <a:endParaRPr lang="en-US"/>
        </a:p>
      </dgm:t>
    </dgm:pt>
    <dgm:pt modelId="{ED1E84AF-A338-4B9A-A884-93B17DD320E3}" type="sibTrans" cxnId="{C6478E0A-8649-4AF6-8540-0559449FB2FD}">
      <dgm:prSet/>
      <dgm:spPr/>
      <dgm:t>
        <a:bodyPr/>
        <a:lstStyle/>
        <a:p>
          <a:endParaRPr lang="en-US"/>
        </a:p>
      </dgm:t>
    </dgm:pt>
    <dgm:pt modelId="{CABFAF2C-A6A1-473C-8CF2-B8915351A928}" type="pres">
      <dgm:prSet presAssocID="{323FAB47-84AA-465A-903A-14CC0859D32B}" presName="root" presStyleCnt="0">
        <dgm:presLayoutVars>
          <dgm:dir/>
          <dgm:resizeHandles val="exact"/>
        </dgm:presLayoutVars>
      </dgm:prSet>
      <dgm:spPr/>
    </dgm:pt>
    <dgm:pt modelId="{8AE3721D-4A4B-4582-9098-4701863A9012}" type="pres">
      <dgm:prSet presAssocID="{46AAB9E6-3100-438A-9682-78B7D635A055}" presName="compNode" presStyleCnt="0"/>
      <dgm:spPr/>
    </dgm:pt>
    <dgm:pt modelId="{CEB3FBAD-CC6A-4E08-8DA3-14B86EA83D95}" type="pres">
      <dgm:prSet presAssocID="{46AAB9E6-3100-438A-9682-78B7D635A055}" presName="bgRect" presStyleLbl="bgShp" presStyleIdx="0" presStyleCnt="7"/>
      <dgm:spPr/>
    </dgm:pt>
    <dgm:pt modelId="{CC808D58-DD28-46E7-9D50-452B2C01F241}" type="pres">
      <dgm:prSet presAssocID="{46AAB9E6-3100-438A-9682-78B7D635A055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ring"/>
        </a:ext>
      </dgm:extLst>
    </dgm:pt>
    <dgm:pt modelId="{A5D995FF-A89F-47F0-B057-62C7867D280A}" type="pres">
      <dgm:prSet presAssocID="{46AAB9E6-3100-438A-9682-78B7D635A055}" presName="spaceRect" presStyleCnt="0"/>
      <dgm:spPr/>
    </dgm:pt>
    <dgm:pt modelId="{158681E7-A7E8-4E71-B044-E7136D879511}" type="pres">
      <dgm:prSet presAssocID="{46AAB9E6-3100-438A-9682-78B7D635A055}" presName="parTx" presStyleLbl="revTx" presStyleIdx="0" presStyleCnt="7">
        <dgm:presLayoutVars>
          <dgm:chMax val="0"/>
          <dgm:chPref val="0"/>
        </dgm:presLayoutVars>
      </dgm:prSet>
      <dgm:spPr/>
    </dgm:pt>
    <dgm:pt modelId="{F679637A-1D0C-4976-8673-D8BBE1AEA485}" type="pres">
      <dgm:prSet presAssocID="{6523E5D1-4278-43D9-9736-E2EDC81E4351}" presName="sibTrans" presStyleCnt="0"/>
      <dgm:spPr/>
    </dgm:pt>
    <dgm:pt modelId="{9298BE42-F50C-4AAF-B563-B154BFA5DE2D}" type="pres">
      <dgm:prSet presAssocID="{D7B22C1D-3970-4141-86BC-DE7305255AD6}" presName="compNode" presStyleCnt="0"/>
      <dgm:spPr/>
    </dgm:pt>
    <dgm:pt modelId="{A9F9F1D7-4A94-4AC1-B2AE-2A280DF49F11}" type="pres">
      <dgm:prSet presAssocID="{D7B22C1D-3970-4141-86BC-DE7305255AD6}" presName="bgRect" presStyleLbl="bgShp" presStyleIdx="1" presStyleCnt="7"/>
      <dgm:spPr/>
    </dgm:pt>
    <dgm:pt modelId="{62A16E48-B363-4532-A412-D79ACA9E0F53}" type="pres">
      <dgm:prSet presAssocID="{D7B22C1D-3970-4141-86BC-DE7305255AD6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6D4219CF-28DC-4FDC-AAF9-0813BA70917D}" type="pres">
      <dgm:prSet presAssocID="{D7B22C1D-3970-4141-86BC-DE7305255AD6}" presName="spaceRect" presStyleCnt="0"/>
      <dgm:spPr/>
    </dgm:pt>
    <dgm:pt modelId="{864A54AF-A6A2-41A6-B525-05CD8407E607}" type="pres">
      <dgm:prSet presAssocID="{D7B22C1D-3970-4141-86BC-DE7305255AD6}" presName="parTx" presStyleLbl="revTx" presStyleIdx="1" presStyleCnt="7">
        <dgm:presLayoutVars>
          <dgm:chMax val="0"/>
          <dgm:chPref val="0"/>
        </dgm:presLayoutVars>
      </dgm:prSet>
      <dgm:spPr/>
    </dgm:pt>
    <dgm:pt modelId="{F73AAE12-6EA4-458B-AB75-B0A4081891A9}" type="pres">
      <dgm:prSet presAssocID="{3D3246DA-BC7C-4626-A492-96EE1C3E88A5}" presName="sibTrans" presStyleCnt="0"/>
      <dgm:spPr/>
    </dgm:pt>
    <dgm:pt modelId="{03554239-916C-49C6-82CB-007E349A7024}" type="pres">
      <dgm:prSet presAssocID="{9197FF84-F68E-4AD8-A47A-DA1F72321D8A}" presName="compNode" presStyleCnt="0"/>
      <dgm:spPr/>
    </dgm:pt>
    <dgm:pt modelId="{1E1826EA-FACC-46C9-87FC-49AC8BAFC1A7}" type="pres">
      <dgm:prSet presAssocID="{9197FF84-F68E-4AD8-A47A-DA1F72321D8A}" presName="bgRect" presStyleLbl="bgShp" presStyleIdx="2" presStyleCnt="7"/>
      <dgm:spPr/>
    </dgm:pt>
    <dgm:pt modelId="{43683227-F99E-4995-8E3B-BE87CBD707E4}" type="pres">
      <dgm:prSet presAssocID="{9197FF84-F68E-4AD8-A47A-DA1F72321D8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80F4C2B-F748-4B45-83B0-2563FF4CFE89}" type="pres">
      <dgm:prSet presAssocID="{9197FF84-F68E-4AD8-A47A-DA1F72321D8A}" presName="spaceRect" presStyleCnt="0"/>
      <dgm:spPr/>
    </dgm:pt>
    <dgm:pt modelId="{9796B11E-C045-42A0-8FFD-B4069EED4CA7}" type="pres">
      <dgm:prSet presAssocID="{9197FF84-F68E-4AD8-A47A-DA1F72321D8A}" presName="parTx" presStyleLbl="revTx" presStyleIdx="2" presStyleCnt="7">
        <dgm:presLayoutVars>
          <dgm:chMax val="0"/>
          <dgm:chPref val="0"/>
        </dgm:presLayoutVars>
      </dgm:prSet>
      <dgm:spPr/>
    </dgm:pt>
    <dgm:pt modelId="{601CC897-342B-42CD-94E8-40EB3AECE4B0}" type="pres">
      <dgm:prSet presAssocID="{0928BE39-CBB5-40C7-A590-C34C7588A74A}" presName="sibTrans" presStyleCnt="0"/>
      <dgm:spPr/>
    </dgm:pt>
    <dgm:pt modelId="{6A37ECBF-FAA9-4FF2-B46C-CA97FF45AC8E}" type="pres">
      <dgm:prSet presAssocID="{6C111567-A3C3-4E0E-B72A-A26B492FCAFC}" presName="compNode" presStyleCnt="0"/>
      <dgm:spPr/>
    </dgm:pt>
    <dgm:pt modelId="{BBCBBA30-151C-4126-8D2F-4003F5780793}" type="pres">
      <dgm:prSet presAssocID="{6C111567-A3C3-4E0E-B72A-A26B492FCAFC}" presName="bgRect" presStyleLbl="bgShp" presStyleIdx="3" presStyleCnt="7"/>
      <dgm:spPr/>
    </dgm:pt>
    <dgm:pt modelId="{DB1F79E1-3679-424A-B532-E316431E5432}" type="pres">
      <dgm:prSet presAssocID="{6C111567-A3C3-4E0E-B72A-A26B492FCAFC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526126C-B93B-4A32-B87A-015D6A6C6B91}" type="pres">
      <dgm:prSet presAssocID="{6C111567-A3C3-4E0E-B72A-A26B492FCAFC}" presName="spaceRect" presStyleCnt="0"/>
      <dgm:spPr/>
    </dgm:pt>
    <dgm:pt modelId="{906AF04E-AAEC-49F4-9104-A8805B6D7C28}" type="pres">
      <dgm:prSet presAssocID="{6C111567-A3C3-4E0E-B72A-A26B492FCAFC}" presName="parTx" presStyleLbl="revTx" presStyleIdx="3" presStyleCnt="7">
        <dgm:presLayoutVars>
          <dgm:chMax val="0"/>
          <dgm:chPref val="0"/>
        </dgm:presLayoutVars>
      </dgm:prSet>
      <dgm:spPr/>
    </dgm:pt>
    <dgm:pt modelId="{3391D522-82A5-498C-873A-722E78B2FCF2}" type="pres">
      <dgm:prSet presAssocID="{5B89C2F1-C5CF-4231-9F79-050D31E93191}" presName="sibTrans" presStyleCnt="0"/>
      <dgm:spPr/>
    </dgm:pt>
    <dgm:pt modelId="{F44BD91A-DBE4-4534-BCFE-4F92328D404A}" type="pres">
      <dgm:prSet presAssocID="{627F10C9-59F7-4BCA-9C6F-0CA0CD3C5065}" presName="compNode" presStyleCnt="0"/>
      <dgm:spPr/>
    </dgm:pt>
    <dgm:pt modelId="{3250984C-47F0-4D5B-9E68-290008E32584}" type="pres">
      <dgm:prSet presAssocID="{627F10C9-59F7-4BCA-9C6F-0CA0CD3C5065}" presName="bgRect" presStyleLbl="bgShp" presStyleIdx="4" presStyleCnt="7"/>
      <dgm:spPr/>
    </dgm:pt>
    <dgm:pt modelId="{474A0B83-E9D5-4234-BBEE-6172AFD261D2}" type="pres">
      <dgm:prSet presAssocID="{627F10C9-59F7-4BCA-9C6F-0CA0CD3C5065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B8BF372-3531-4BB0-BDBF-559FB97BA20D}" type="pres">
      <dgm:prSet presAssocID="{627F10C9-59F7-4BCA-9C6F-0CA0CD3C5065}" presName="spaceRect" presStyleCnt="0"/>
      <dgm:spPr/>
    </dgm:pt>
    <dgm:pt modelId="{7F083C75-4F88-471E-AC17-889B33C09A87}" type="pres">
      <dgm:prSet presAssocID="{627F10C9-59F7-4BCA-9C6F-0CA0CD3C5065}" presName="parTx" presStyleLbl="revTx" presStyleIdx="4" presStyleCnt="7">
        <dgm:presLayoutVars>
          <dgm:chMax val="0"/>
          <dgm:chPref val="0"/>
        </dgm:presLayoutVars>
      </dgm:prSet>
      <dgm:spPr/>
    </dgm:pt>
    <dgm:pt modelId="{0E9B7EDD-1C6A-4E66-9E17-0A48E471395B}" type="pres">
      <dgm:prSet presAssocID="{A39A46EE-D2BA-49EF-A550-6E08118C3BA9}" presName="sibTrans" presStyleCnt="0"/>
      <dgm:spPr/>
    </dgm:pt>
    <dgm:pt modelId="{89453ED2-3973-4B60-8395-28A20164AF23}" type="pres">
      <dgm:prSet presAssocID="{979D44F8-AF1C-4113-B89E-D8F52E325140}" presName="compNode" presStyleCnt="0"/>
      <dgm:spPr/>
    </dgm:pt>
    <dgm:pt modelId="{2DD3B2DB-E29F-4AB7-99E0-C054DCC406D1}" type="pres">
      <dgm:prSet presAssocID="{979D44F8-AF1C-4113-B89E-D8F52E325140}" presName="bgRect" presStyleLbl="bgShp" presStyleIdx="5" presStyleCnt="7"/>
      <dgm:spPr/>
    </dgm:pt>
    <dgm:pt modelId="{1C533EA4-C44C-426C-A9DE-5F771C143A84}" type="pres">
      <dgm:prSet presAssocID="{979D44F8-AF1C-4113-B89E-D8F52E32514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4AABF97F-9E43-4BD7-9126-0893531246D3}" type="pres">
      <dgm:prSet presAssocID="{979D44F8-AF1C-4113-B89E-D8F52E325140}" presName="spaceRect" presStyleCnt="0"/>
      <dgm:spPr/>
    </dgm:pt>
    <dgm:pt modelId="{5C382D77-0FF7-4FDB-82F9-F8390B9DE4C8}" type="pres">
      <dgm:prSet presAssocID="{979D44F8-AF1C-4113-B89E-D8F52E325140}" presName="parTx" presStyleLbl="revTx" presStyleIdx="5" presStyleCnt="7">
        <dgm:presLayoutVars>
          <dgm:chMax val="0"/>
          <dgm:chPref val="0"/>
        </dgm:presLayoutVars>
      </dgm:prSet>
      <dgm:spPr/>
    </dgm:pt>
    <dgm:pt modelId="{1D1476E0-B8D6-40C3-99D1-E0ADFBE06453}" type="pres">
      <dgm:prSet presAssocID="{F36184CE-A5D2-41C7-BD81-87640A7730DC}" presName="sibTrans" presStyleCnt="0"/>
      <dgm:spPr/>
    </dgm:pt>
    <dgm:pt modelId="{6223BFFF-2A0D-4B53-8CB6-59416101D138}" type="pres">
      <dgm:prSet presAssocID="{7FBB180B-8005-4214-A1AF-2F91FF172E23}" presName="compNode" presStyleCnt="0"/>
      <dgm:spPr/>
    </dgm:pt>
    <dgm:pt modelId="{227ACBC2-F024-4BF7-93F8-621160688BEE}" type="pres">
      <dgm:prSet presAssocID="{7FBB180B-8005-4214-A1AF-2F91FF172E23}" presName="bgRect" presStyleLbl="bgShp" presStyleIdx="6" presStyleCnt="7"/>
      <dgm:spPr/>
    </dgm:pt>
    <dgm:pt modelId="{EE35545B-1FC1-4B4A-AEF4-BC4437678E54}" type="pres">
      <dgm:prSet presAssocID="{7FBB180B-8005-4214-A1AF-2F91FF172E2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0C970A4-E3FB-4557-9BB1-E4C755E5ABF6}" type="pres">
      <dgm:prSet presAssocID="{7FBB180B-8005-4214-A1AF-2F91FF172E23}" presName="spaceRect" presStyleCnt="0"/>
      <dgm:spPr/>
    </dgm:pt>
    <dgm:pt modelId="{AE045563-8DA1-4FEC-BE7C-2D5517CE728B}" type="pres">
      <dgm:prSet presAssocID="{7FBB180B-8005-4214-A1AF-2F91FF172E2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8094109-4E59-484E-8C99-3E0D45678A3C}" type="presOf" srcId="{323FAB47-84AA-465A-903A-14CC0859D32B}" destId="{CABFAF2C-A6A1-473C-8CF2-B8915351A928}" srcOrd="0" destOrd="0" presId="urn:microsoft.com/office/officeart/2018/2/layout/IconVerticalSolidList"/>
    <dgm:cxn modelId="{C6478E0A-8649-4AF6-8540-0559449FB2FD}" srcId="{323FAB47-84AA-465A-903A-14CC0859D32B}" destId="{7FBB180B-8005-4214-A1AF-2F91FF172E23}" srcOrd="6" destOrd="0" parTransId="{D0AEDF83-D19B-48FB-85C2-74B94AB8EF11}" sibTransId="{ED1E84AF-A338-4B9A-A884-93B17DD320E3}"/>
    <dgm:cxn modelId="{D976223F-9297-417A-B403-32971D7353D2}" srcId="{323FAB47-84AA-465A-903A-14CC0859D32B}" destId="{979D44F8-AF1C-4113-B89E-D8F52E325140}" srcOrd="5" destOrd="0" parTransId="{6F81E392-0423-40FB-B14D-7327C776AE83}" sibTransId="{F36184CE-A5D2-41C7-BD81-87640A7730DC}"/>
    <dgm:cxn modelId="{1BDA0C67-5817-4460-94CF-C8682BF946FD}" type="presOf" srcId="{46AAB9E6-3100-438A-9682-78B7D635A055}" destId="{158681E7-A7E8-4E71-B044-E7136D879511}" srcOrd="0" destOrd="0" presId="urn:microsoft.com/office/officeart/2018/2/layout/IconVerticalSolidList"/>
    <dgm:cxn modelId="{548F6A71-2776-47AD-A67A-9431F9742F8A}" srcId="{323FAB47-84AA-465A-903A-14CC0859D32B}" destId="{6C111567-A3C3-4E0E-B72A-A26B492FCAFC}" srcOrd="3" destOrd="0" parTransId="{0B912F8E-FB44-4CAE-AC81-1E88B33014EB}" sibTransId="{5B89C2F1-C5CF-4231-9F79-050D31E93191}"/>
    <dgm:cxn modelId="{06683B80-F893-410D-B94F-86602B62F6D2}" type="presOf" srcId="{D7B22C1D-3970-4141-86BC-DE7305255AD6}" destId="{864A54AF-A6A2-41A6-B525-05CD8407E607}" srcOrd="0" destOrd="0" presId="urn:microsoft.com/office/officeart/2018/2/layout/IconVerticalSolidList"/>
    <dgm:cxn modelId="{8850DD8A-ED78-4E50-BF8F-DFA13F0E431B}" srcId="{323FAB47-84AA-465A-903A-14CC0859D32B}" destId="{46AAB9E6-3100-438A-9682-78B7D635A055}" srcOrd="0" destOrd="0" parTransId="{18AF6929-D50F-4AC4-A84A-2360E0364FA6}" sibTransId="{6523E5D1-4278-43D9-9736-E2EDC81E4351}"/>
    <dgm:cxn modelId="{67B4F4A5-E057-4880-B8AF-2CAE94219164}" type="presOf" srcId="{979D44F8-AF1C-4113-B89E-D8F52E325140}" destId="{5C382D77-0FF7-4FDB-82F9-F8390B9DE4C8}" srcOrd="0" destOrd="0" presId="urn:microsoft.com/office/officeart/2018/2/layout/IconVerticalSolidList"/>
    <dgm:cxn modelId="{5CA70AAC-7EAE-4CCC-882C-447FC476051D}" srcId="{323FAB47-84AA-465A-903A-14CC0859D32B}" destId="{627F10C9-59F7-4BCA-9C6F-0CA0CD3C5065}" srcOrd="4" destOrd="0" parTransId="{84D1A5BA-33F0-4AC3-95F7-947F98CDF336}" sibTransId="{A39A46EE-D2BA-49EF-A550-6E08118C3BA9}"/>
    <dgm:cxn modelId="{ECEA52AF-51C9-4ABD-A24D-43CC6DC918BE}" type="presOf" srcId="{627F10C9-59F7-4BCA-9C6F-0CA0CD3C5065}" destId="{7F083C75-4F88-471E-AC17-889B33C09A87}" srcOrd="0" destOrd="0" presId="urn:microsoft.com/office/officeart/2018/2/layout/IconVerticalSolidList"/>
    <dgm:cxn modelId="{9C95E8B6-E51E-4D6C-8229-6074D224C062}" srcId="{323FAB47-84AA-465A-903A-14CC0859D32B}" destId="{D7B22C1D-3970-4141-86BC-DE7305255AD6}" srcOrd="1" destOrd="0" parTransId="{9EFC524D-7718-4C18-98DF-BF25928DDCF8}" sibTransId="{3D3246DA-BC7C-4626-A492-96EE1C3E88A5}"/>
    <dgm:cxn modelId="{EEFC7ED0-BFBE-4E94-A998-65733D78548C}" type="presOf" srcId="{7FBB180B-8005-4214-A1AF-2F91FF172E23}" destId="{AE045563-8DA1-4FEC-BE7C-2D5517CE728B}" srcOrd="0" destOrd="0" presId="urn:microsoft.com/office/officeart/2018/2/layout/IconVerticalSolidList"/>
    <dgm:cxn modelId="{D677C4D5-534A-4DBC-8A2D-825DB18A9BA4}" type="presOf" srcId="{9197FF84-F68E-4AD8-A47A-DA1F72321D8A}" destId="{9796B11E-C045-42A0-8FFD-B4069EED4CA7}" srcOrd="0" destOrd="0" presId="urn:microsoft.com/office/officeart/2018/2/layout/IconVerticalSolidList"/>
    <dgm:cxn modelId="{2F2762F4-12B0-4485-B3D4-F2B98970786D}" type="presOf" srcId="{6C111567-A3C3-4E0E-B72A-A26B492FCAFC}" destId="{906AF04E-AAEC-49F4-9104-A8805B6D7C28}" srcOrd="0" destOrd="0" presId="urn:microsoft.com/office/officeart/2018/2/layout/IconVerticalSolidList"/>
    <dgm:cxn modelId="{537B54FD-FE4B-4565-B7BE-0356009D53FD}" srcId="{323FAB47-84AA-465A-903A-14CC0859D32B}" destId="{9197FF84-F68E-4AD8-A47A-DA1F72321D8A}" srcOrd="2" destOrd="0" parTransId="{F84FA5C7-499B-44A7-B74E-18A371DF6EE5}" sibTransId="{0928BE39-CBB5-40C7-A590-C34C7588A74A}"/>
    <dgm:cxn modelId="{A982C56F-DD7F-44ED-99FD-7D58EAE8C7C8}" type="presParOf" srcId="{CABFAF2C-A6A1-473C-8CF2-B8915351A928}" destId="{8AE3721D-4A4B-4582-9098-4701863A9012}" srcOrd="0" destOrd="0" presId="urn:microsoft.com/office/officeart/2018/2/layout/IconVerticalSolidList"/>
    <dgm:cxn modelId="{ADBEDE55-72AB-4A50-ACD5-B1A2A154468A}" type="presParOf" srcId="{8AE3721D-4A4B-4582-9098-4701863A9012}" destId="{CEB3FBAD-CC6A-4E08-8DA3-14B86EA83D95}" srcOrd="0" destOrd="0" presId="urn:microsoft.com/office/officeart/2018/2/layout/IconVerticalSolidList"/>
    <dgm:cxn modelId="{2BC8E968-19BD-4910-B6F2-958C09ED457F}" type="presParOf" srcId="{8AE3721D-4A4B-4582-9098-4701863A9012}" destId="{CC808D58-DD28-46E7-9D50-452B2C01F241}" srcOrd="1" destOrd="0" presId="urn:microsoft.com/office/officeart/2018/2/layout/IconVerticalSolidList"/>
    <dgm:cxn modelId="{617564FC-EE71-4DAC-B263-395D5417BB6B}" type="presParOf" srcId="{8AE3721D-4A4B-4582-9098-4701863A9012}" destId="{A5D995FF-A89F-47F0-B057-62C7867D280A}" srcOrd="2" destOrd="0" presId="urn:microsoft.com/office/officeart/2018/2/layout/IconVerticalSolidList"/>
    <dgm:cxn modelId="{F5DEE05F-4141-4DE8-A2B0-47A51F8093BE}" type="presParOf" srcId="{8AE3721D-4A4B-4582-9098-4701863A9012}" destId="{158681E7-A7E8-4E71-B044-E7136D879511}" srcOrd="3" destOrd="0" presId="urn:microsoft.com/office/officeart/2018/2/layout/IconVerticalSolidList"/>
    <dgm:cxn modelId="{CFDC672B-C86D-4B0F-BB72-BFE2E0CDA32C}" type="presParOf" srcId="{CABFAF2C-A6A1-473C-8CF2-B8915351A928}" destId="{F679637A-1D0C-4976-8673-D8BBE1AEA485}" srcOrd="1" destOrd="0" presId="urn:microsoft.com/office/officeart/2018/2/layout/IconVerticalSolidList"/>
    <dgm:cxn modelId="{7C02B2C3-3255-4813-AFAA-8FD2D82CC236}" type="presParOf" srcId="{CABFAF2C-A6A1-473C-8CF2-B8915351A928}" destId="{9298BE42-F50C-4AAF-B563-B154BFA5DE2D}" srcOrd="2" destOrd="0" presId="urn:microsoft.com/office/officeart/2018/2/layout/IconVerticalSolidList"/>
    <dgm:cxn modelId="{9FE5D14E-264D-4DE6-B952-3F3DA881DAA4}" type="presParOf" srcId="{9298BE42-F50C-4AAF-B563-B154BFA5DE2D}" destId="{A9F9F1D7-4A94-4AC1-B2AE-2A280DF49F11}" srcOrd="0" destOrd="0" presId="urn:microsoft.com/office/officeart/2018/2/layout/IconVerticalSolidList"/>
    <dgm:cxn modelId="{51F85AC1-FA18-48DB-AC22-02D1383D4ADD}" type="presParOf" srcId="{9298BE42-F50C-4AAF-B563-B154BFA5DE2D}" destId="{62A16E48-B363-4532-A412-D79ACA9E0F53}" srcOrd="1" destOrd="0" presId="urn:microsoft.com/office/officeart/2018/2/layout/IconVerticalSolidList"/>
    <dgm:cxn modelId="{344D928B-BC17-4F00-B147-BF5B0044F2D5}" type="presParOf" srcId="{9298BE42-F50C-4AAF-B563-B154BFA5DE2D}" destId="{6D4219CF-28DC-4FDC-AAF9-0813BA70917D}" srcOrd="2" destOrd="0" presId="urn:microsoft.com/office/officeart/2018/2/layout/IconVerticalSolidList"/>
    <dgm:cxn modelId="{9905405E-8A00-4941-8F80-D9FBA6E8E0C5}" type="presParOf" srcId="{9298BE42-F50C-4AAF-B563-B154BFA5DE2D}" destId="{864A54AF-A6A2-41A6-B525-05CD8407E607}" srcOrd="3" destOrd="0" presId="urn:microsoft.com/office/officeart/2018/2/layout/IconVerticalSolidList"/>
    <dgm:cxn modelId="{19D0E7B9-2671-4203-AD72-C344207CF9E5}" type="presParOf" srcId="{CABFAF2C-A6A1-473C-8CF2-B8915351A928}" destId="{F73AAE12-6EA4-458B-AB75-B0A4081891A9}" srcOrd="3" destOrd="0" presId="urn:microsoft.com/office/officeart/2018/2/layout/IconVerticalSolidList"/>
    <dgm:cxn modelId="{EB37E028-72E4-4B8D-B2A6-1477EFBD37D3}" type="presParOf" srcId="{CABFAF2C-A6A1-473C-8CF2-B8915351A928}" destId="{03554239-916C-49C6-82CB-007E349A7024}" srcOrd="4" destOrd="0" presId="urn:microsoft.com/office/officeart/2018/2/layout/IconVerticalSolidList"/>
    <dgm:cxn modelId="{9F3B2395-CE93-4402-845D-AF7641448568}" type="presParOf" srcId="{03554239-916C-49C6-82CB-007E349A7024}" destId="{1E1826EA-FACC-46C9-87FC-49AC8BAFC1A7}" srcOrd="0" destOrd="0" presId="urn:microsoft.com/office/officeart/2018/2/layout/IconVerticalSolidList"/>
    <dgm:cxn modelId="{488DDA42-C464-4865-A9AD-BF2101937EA4}" type="presParOf" srcId="{03554239-916C-49C6-82CB-007E349A7024}" destId="{43683227-F99E-4995-8E3B-BE87CBD707E4}" srcOrd="1" destOrd="0" presId="urn:microsoft.com/office/officeart/2018/2/layout/IconVerticalSolidList"/>
    <dgm:cxn modelId="{92EB3ABF-0037-4EDB-AA67-6BE0594556F6}" type="presParOf" srcId="{03554239-916C-49C6-82CB-007E349A7024}" destId="{A80F4C2B-F748-4B45-83B0-2563FF4CFE89}" srcOrd="2" destOrd="0" presId="urn:microsoft.com/office/officeart/2018/2/layout/IconVerticalSolidList"/>
    <dgm:cxn modelId="{BB57AC79-E444-48E1-8CD2-BD3E74EEB51A}" type="presParOf" srcId="{03554239-916C-49C6-82CB-007E349A7024}" destId="{9796B11E-C045-42A0-8FFD-B4069EED4CA7}" srcOrd="3" destOrd="0" presId="urn:microsoft.com/office/officeart/2018/2/layout/IconVerticalSolidList"/>
    <dgm:cxn modelId="{FA22111E-0785-493E-8D98-EE331A210CE8}" type="presParOf" srcId="{CABFAF2C-A6A1-473C-8CF2-B8915351A928}" destId="{601CC897-342B-42CD-94E8-40EB3AECE4B0}" srcOrd="5" destOrd="0" presId="urn:microsoft.com/office/officeart/2018/2/layout/IconVerticalSolidList"/>
    <dgm:cxn modelId="{C807A5CC-2E69-4CCC-B95F-8FE8DDE25FCB}" type="presParOf" srcId="{CABFAF2C-A6A1-473C-8CF2-B8915351A928}" destId="{6A37ECBF-FAA9-4FF2-B46C-CA97FF45AC8E}" srcOrd="6" destOrd="0" presId="urn:microsoft.com/office/officeart/2018/2/layout/IconVerticalSolidList"/>
    <dgm:cxn modelId="{12449131-394D-426D-85D8-AF8773C27E28}" type="presParOf" srcId="{6A37ECBF-FAA9-4FF2-B46C-CA97FF45AC8E}" destId="{BBCBBA30-151C-4126-8D2F-4003F5780793}" srcOrd="0" destOrd="0" presId="urn:microsoft.com/office/officeart/2018/2/layout/IconVerticalSolidList"/>
    <dgm:cxn modelId="{82BD557D-1ECC-4C1A-AC59-D58D039E0063}" type="presParOf" srcId="{6A37ECBF-FAA9-4FF2-B46C-CA97FF45AC8E}" destId="{DB1F79E1-3679-424A-B532-E316431E5432}" srcOrd="1" destOrd="0" presId="urn:microsoft.com/office/officeart/2018/2/layout/IconVerticalSolidList"/>
    <dgm:cxn modelId="{F82F19E6-F223-4967-90B5-E82A1789868B}" type="presParOf" srcId="{6A37ECBF-FAA9-4FF2-B46C-CA97FF45AC8E}" destId="{4526126C-B93B-4A32-B87A-015D6A6C6B91}" srcOrd="2" destOrd="0" presId="urn:microsoft.com/office/officeart/2018/2/layout/IconVerticalSolidList"/>
    <dgm:cxn modelId="{C6577158-CE8F-4AA8-ABB7-511D6A861DC0}" type="presParOf" srcId="{6A37ECBF-FAA9-4FF2-B46C-CA97FF45AC8E}" destId="{906AF04E-AAEC-49F4-9104-A8805B6D7C28}" srcOrd="3" destOrd="0" presId="urn:microsoft.com/office/officeart/2018/2/layout/IconVerticalSolidList"/>
    <dgm:cxn modelId="{D380F153-29D9-4B71-9231-EB72F7CC4BE7}" type="presParOf" srcId="{CABFAF2C-A6A1-473C-8CF2-B8915351A928}" destId="{3391D522-82A5-498C-873A-722E78B2FCF2}" srcOrd="7" destOrd="0" presId="urn:microsoft.com/office/officeart/2018/2/layout/IconVerticalSolidList"/>
    <dgm:cxn modelId="{2FCBC8C2-FA7D-4AAB-B659-854064DDFAE0}" type="presParOf" srcId="{CABFAF2C-A6A1-473C-8CF2-B8915351A928}" destId="{F44BD91A-DBE4-4534-BCFE-4F92328D404A}" srcOrd="8" destOrd="0" presId="urn:microsoft.com/office/officeart/2018/2/layout/IconVerticalSolidList"/>
    <dgm:cxn modelId="{D79CDC95-F3E2-43EA-B98B-F94148FAC3EF}" type="presParOf" srcId="{F44BD91A-DBE4-4534-BCFE-4F92328D404A}" destId="{3250984C-47F0-4D5B-9E68-290008E32584}" srcOrd="0" destOrd="0" presId="urn:microsoft.com/office/officeart/2018/2/layout/IconVerticalSolidList"/>
    <dgm:cxn modelId="{FF2D8176-7FA2-420D-84BF-8C51E301122E}" type="presParOf" srcId="{F44BD91A-DBE4-4534-BCFE-4F92328D404A}" destId="{474A0B83-E9D5-4234-BBEE-6172AFD261D2}" srcOrd="1" destOrd="0" presId="urn:microsoft.com/office/officeart/2018/2/layout/IconVerticalSolidList"/>
    <dgm:cxn modelId="{C83064F4-87E3-49EA-947B-76BFB75AA929}" type="presParOf" srcId="{F44BD91A-DBE4-4534-BCFE-4F92328D404A}" destId="{4B8BF372-3531-4BB0-BDBF-559FB97BA20D}" srcOrd="2" destOrd="0" presId="urn:microsoft.com/office/officeart/2018/2/layout/IconVerticalSolidList"/>
    <dgm:cxn modelId="{E1930696-8702-474D-888B-1A565F739C27}" type="presParOf" srcId="{F44BD91A-DBE4-4534-BCFE-4F92328D404A}" destId="{7F083C75-4F88-471E-AC17-889B33C09A87}" srcOrd="3" destOrd="0" presId="urn:microsoft.com/office/officeart/2018/2/layout/IconVerticalSolidList"/>
    <dgm:cxn modelId="{498620EE-6E21-4DEA-9652-B5961CFC9E9A}" type="presParOf" srcId="{CABFAF2C-A6A1-473C-8CF2-B8915351A928}" destId="{0E9B7EDD-1C6A-4E66-9E17-0A48E471395B}" srcOrd="9" destOrd="0" presId="urn:microsoft.com/office/officeart/2018/2/layout/IconVerticalSolidList"/>
    <dgm:cxn modelId="{05ADE5AA-DFA9-42FB-A884-EB68CF9A4D9E}" type="presParOf" srcId="{CABFAF2C-A6A1-473C-8CF2-B8915351A928}" destId="{89453ED2-3973-4B60-8395-28A20164AF23}" srcOrd="10" destOrd="0" presId="urn:microsoft.com/office/officeart/2018/2/layout/IconVerticalSolidList"/>
    <dgm:cxn modelId="{837B6924-9092-4229-B439-7039FAB2FC2E}" type="presParOf" srcId="{89453ED2-3973-4B60-8395-28A20164AF23}" destId="{2DD3B2DB-E29F-4AB7-99E0-C054DCC406D1}" srcOrd="0" destOrd="0" presId="urn:microsoft.com/office/officeart/2018/2/layout/IconVerticalSolidList"/>
    <dgm:cxn modelId="{1EBC58D4-A0D8-4563-BA84-D5029BC6DA1D}" type="presParOf" srcId="{89453ED2-3973-4B60-8395-28A20164AF23}" destId="{1C533EA4-C44C-426C-A9DE-5F771C143A84}" srcOrd="1" destOrd="0" presId="urn:microsoft.com/office/officeart/2018/2/layout/IconVerticalSolidList"/>
    <dgm:cxn modelId="{A8C51062-7CDE-49CE-BF45-15564FA3DDA9}" type="presParOf" srcId="{89453ED2-3973-4B60-8395-28A20164AF23}" destId="{4AABF97F-9E43-4BD7-9126-0893531246D3}" srcOrd="2" destOrd="0" presId="urn:microsoft.com/office/officeart/2018/2/layout/IconVerticalSolidList"/>
    <dgm:cxn modelId="{CE07BC1F-9364-45A5-B219-C2255F76A146}" type="presParOf" srcId="{89453ED2-3973-4B60-8395-28A20164AF23}" destId="{5C382D77-0FF7-4FDB-82F9-F8390B9DE4C8}" srcOrd="3" destOrd="0" presId="urn:microsoft.com/office/officeart/2018/2/layout/IconVerticalSolidList"/>
    <dgm:cxn modelId="{C2066F03-1163-456C-B60F-183E295B925C}" type="presParOf" srcId="{CABFAF2C-A6A1-473C-8CF2-B8915351A928}" destId="{1D1476E0-B8D6-40C3-99D1-E0ADFBE06453}" srcOrd="11" destOrd="0" presId="urn:microsoft.com/office/officeart/2018/2/layout/IconVerticalSolidList"/>
    <dgm:cxn modelId="{1B0E008B-31A8-4360-B598-AB92DB1D2DEF}" type="presParOf" srcId="{CABFAF2C-A6A1-473C-8CF2-B8915351A928}" destId="{6223BFFF-2A0D-4B53-8CB6-59416101D138}" srcOrd="12" destOrd="0" presId="urn:microsoft.com/office/officeart/2018/2/layout/IconVerticalSolidList"/>
    <dgm:cxn modelId="{2A26558F-B885-49EB-A06A-E4F9469C62C2}" type="presParOf" srcId="{6223BFFF-2A0D-4B53-8CB6-59416101D138}" destId="{227ACBC2-F024-4BF7-93F8-621160688BEE}" srcOrd="0" destOrd="0" presId="urn:microsoft.com/office/officeart/2018/2/layout/IconVerticalSolidList"/>
    <dgm:cxn modelId="{0C1C1FF0-7DFA-4EFC-B628-67466B8D0E08}" type="presParOf" srcId="{6223BFFF-2A0D-4B53-8CB6-59416101D138}" destId="{EE35545B-1FC1-4B4A-AEF4-BC4437678E54}" srcOrd="1" destOrd="0" presId="urn:microsoft.com/office/officeart/2018/2/layout/IconVerticalSolidList"/>
    <dgm:cxn modelId="{3300E1D3-EE22-4EAE-820D-57E6AE07B94A}" type="presParOf" srcId="{6223BFFF-2A0D-4B53-8CB6-59416101D138}" destId="{F0C970A4-E3FB-4557-9BB1-E4C755E5ABF6}" srcOrd="2" destOrd="0" presId="urn:microsoft.com/office/officeart/2018/2/layout/IconVerticalSolidList"/>
    <dgm:cxn modelId="{823AABF4-1033-4129-A189-E4D0030E60E9}" type="presParOf" srcId="{6223BFFF-2A0D-4B53-8CB6-59416101D138}" destId="{AE045563-8DA1-4FEC-BE7C-2D5517CE72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D11D6-A698-427E-93FF-D8D27700BCD4}">
      <dsp:nvSpPr>
        <dsp:cNvPr id="0" name=""/>
        <dsp:cNvSpPr/>
      </dsp:nvSpPr>
      <dsp:spPr>
        <a:xfrm>
          <a:off x="0" y="2425"/>
          <a:ext cx="7003777" cy="12292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427B9-11BA-4CD2-A27C-16A1EAC0EE94}">
      <dsp:nvSpPr>
        <dsp:cNvPr id="0" name=""/>
        <dsp:cNvSpPr/>
      </dsp:nvSpPr>
      <dsp:spPr>
        <a:xfrm>
          <a:off x="371836" y="278997"/>
          <a:ext cx="676066" cy="6760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BEE00-D2CB-49D4-8FDF-3F3AAB3E565B}">
      <dsp:nvSpPr>
        <dsp:cNvPr id="0" name=""/>
        <dsp:cNvSpPr/>
      </dsp:nvSpPr>
      <dsp:spPr>
        <a:xfrm>
          <a:off x="1419739" y="2425"/>
          <a:ext cx="5584037" cy="122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092" tIns="130092" rIns="130092" bIns="13009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INTRODUCTION</a:t>
          </a:r>
        </a:p>
      </dsp:txBody>
      <dsp:txXfrm>
        <a:off x="1419739" y="2425"/>
        <a:ext cx="5584037" cy="1229211"/>
      </dsp:txXfrm>
    </dsp:sp>
    <dsp:sp modelId="{AC6D8446-0059-4322-A870-09AAA41A5144}">
      <dsp:nvSpPr>
        <dsp:cNvPr id="0" name=""/>
        <dsp:cNvSpPr/>
      </dsp:nvSpPr>
      <dsp:spPr>
        <a:xfrm>
          <a:off x="0" y="1538939"/>
          <a:ext cx="7003777" cy="12292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5AB30-9465-4A58-BBFA-D56FF6E28308}">
      <dsp:nvSpPr>
        <dsp:cNvPr id="0" name=""/>
        <dsp:cNvSpPr/>
      </dsp:nvSpPr>
      <dsp:spPr>
        <a:xfrm>
          <a:off x="371836" y="1815512"/>
          <a:ext cx="676066" cy="6760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2A30F-B41E-43A0-BBC5-90B21C889E51}">
      <dsp:nvSpPr>
        <dsp:cNvPr id="0" name=""/>
        <dsp:cNvSpPr/>
      </dsp:nvSpPr>
      <dsp:spPr>
        <a:xfrm>
          <a:off x="1419739" y="1538939"/>
          <a:ext cx="5584037" cy="122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092" tIns="130092" rIns="130092" bIns="13009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LITERATURE REVIEW</a:t>
          </a:r>
        </a:p>
      </dsp:txBody>
      <dsp:txXfrm>
        <a:off x="1419739" y="1538939"/>
        <a:ext cx="5584037" cy="1229211"/>
      </dsp:txXfrm>
    </dsp:sp>
    <dsp:sp modelId="{A1EBF77D-36A4-4504-B1E0-2B89DE96761E}">
      <dsp:nvSpPr>
        <dsp:cNvPr id="0" name=""/>
        <dsp:cNvSpPr/>
      </dsp:nvSpPr>
      <dsp:spPr>
        <a:xfrm>
          <a:off x="0" y="3075453"/>
          <a:ext cx="7003777" cy="12292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1602F6-038E-4E11-97C3-0F4EF3B20DAE}">
      <dsp:nvSpPr>
        <dsp:cNvPr id="0" name=""/>
        <dsp:cNvSpPr/>
      </dsp:nvSpPr>
      <dsp:spPr>
        <a:xfrm>
          <a:off x="371836" y="3352026"/>
          <a:ext cx="676066" cy="6760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F1116-AB21-4AAA-9FE4-15D7682C161D}">
      <dsp:nvSpPr>
        <dsp:cNvPr id="0" name=""/>
        <dsp:cNvSpPr/>
      </dsp:nvSpPr>
      <dsp:spPr>
        <a:xfrm>
          <a:off x="1419739" y="3075453"/>
          <a:ext cx="5584037" cy="122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092" tIns="130092" rIns="130092" bIns="13009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METHODOLOGY</a:t>
          </a:r>
        </a:p>
      </dsp:txBody>
      <dsp:txXfrm>
        <a:off x="1419739" y="3075453"/>
        <a:ext cx="5584037" cy="1229211"/>
      </dsp:txXfrm>
    </dsp:sp>
    <dsp:sp modelId="{251512FE-99C4-43D0-8683-A5BDFB1EC765}">
      <dsp:nvSpPr>
        <dsp:cNvPr id="0" name=""/>
        <dsp:cNvSpPr/>
      </dsp:nvSpPr>
      <dsp:spPr>
        <a:xfrm>
          <a:off x="0" y="4611968"/>
          <a:ext cx="7003777" cy="12292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0B875-4CEB-4DF7-AB6C-2BE276B616B5}">
      <dsp:nvSpPr>
        <dsp:cNvPr id="0" name=""/>
        <dsp:cNvSpPr/>
      </dsp:nvSpPr>
      <dsp:spPr>
        <a:xfrm>
          <a:off x="371836" y="4888540"/>
          <a:ext cx="676066" cy="6760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EC5F7-E6A6-4B3B-9C47-9924A67CD90D}">
      <dsp:nvSpPr>
        <dsp:cNvPr id="0" name=""/>
        <dsp:cNvSpPr/>
      </dsp:nvSpPr>
      <dsp:spPr>
        <a:xfrm>
          <a:off x="1419739" y="4611968"/>
          <a:ext cx="5584037" cy="122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092" tIns="130092" rIns="130092" bIns="13009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REFERENCES</a:t>
          </a:r>
        </a:p>
      </dsp:txBody>
      <dsp:txXfrm>
        <a:off x="1419739" y="4611968"/>
        <a:ext cx="5584037" cy="12292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D073B-1B25-47B1-BD26-B0DCD611E96B}">
      <dsp:nvSpPr>
        <dsp:cNvPr id="0" name=""/>
        <dsp:cNvSpPr/>
      </dsp:nvSpPr>
      <dsp:spPr>
        <a:xfrm>
          <a:off x="0" y="2464"/>
          <a:ext cx="7253808" cy="1249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83C86-E3D8-46A6-ADC9-B538902FFA1C}">
      <dsp:nvSpPr>
        <dsp:cNvPr id="0" name=""/>
        <dsp:cNvSpPr/>
      </dsp:nvSpPr>
      <dsp:spPr>
        <a:xfrm>
          <a:off x="377897" y="283545"/>
          <a:ext cx="687085" cy="6870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FA916-C0F8-4D86-8A07-9E2C93D693F0}">
      <dsp:nvSpPr>
        <dsp:cNvPr id="0" name=""/>
        <dsp:cNvSpPr/>
      </dsp:nvSpPr>
      <dsp:spPr>
        <a:xfrm>
          <a:off x="1442880" y="2464"/>
          <a:ext cx="5810927" cy="124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212" tIns="132212" rIns="132212" bIns="1322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Background to the study</a:t>
          </a:r>
        </a:p>
      </dsp:txBody>
      <dsp:txXfrm>
        <a:off x="1442880" y="2464"/>
        <a:ext cx="5810927" cy="1249247"/>
      </dsp:txXfrm>
    </dsp:sp>
    <dsp:sp modelId="{81520E45-BDF6-4A46-B57A-362B8B4F382C}">
      <dsp:nvSpPr>
        <dsp:cNvPr id="0" name=""/>
        <dsp:cNvSpPr/>
      </dsp:nvSpPr>
      <dsp:spPr>
        <a:xfrm>
          <a:off x="0" y="1564023"/>
          <a:ext cx="7253808" cy="1249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1229B-90A3-47A4-8FAA-BCFA993B908F}">
      <dsp:nvSpPr>
        <dsp:cNvPr id="0" name=""/>
        <dsp:cNvSpPr/>
      </dsp:nvSpPr>
      <dsp:spPr>
        <a:xfrm>
          <a:off x="377897" y="1845104"/>
          <a:ext cx="687085" cy="6870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A1A4F-A027-4246-8A1A-BCA6CC1D8536}">
      <dsp:nvSpPr>
        <dsp:cNvPr id="0" name=""/>
        <dsp:cNvSpPr/>
      </dsp:nvSpPr>
      <dsp:spPr>
        <a:xfrm>
          <a:off x="1442880" y="1564023"/>
          <a:ext cx="5810927" cy="124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212" tIns="132212" rIns="132212" bIns="1322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Statement of the problem</a:t>
          </a:r>
        </a:p>
      </dsp:txBody>
      <dsp:txXfrm>
        <a:off x="1442880" y="1564023"/>
        <a:ext cx="5810927" cy="1249247"/>
      </dsp:txXfrm>
    </dsp:sp>
    <dsp:sp modelId="{CE76641F-2CC2-4A9A-A62C-17E6D18059EC}">
      <dsp:nvSpPr>
        <dsp:cNvPr id="0" name=""/>
        <dsp:cNvSpPr/>
      </dsp:nvSpPr>
      <dsp:spPr>
        <a:xfrm>
          <a:off x="0" y="3125582"/>
          <a:ext cx="7253808" cy="1249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E92A3-532F-4F7A-9DE2-F409A7C2CD53}">
      <dsp:nvSpPr>
        <dsp:cNvPr id="0" name=""/>
        <dsp:cNvSpPr/>
      </dsp:nvSpPr>
      <dsp:spPr>
        <a:xfrm>
          <a:off x="377897" y="3406663"/>
          <a:ext cx="687085" cy="6870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F7F5E-35B7-4D82-8A7A-63913F8A8A99}">
      <dsp:nvSpPr>
        <dsp:cNvPr id="0" name=""/>
        <dsp:cNvSpPr/>
      </dsp:nvSpPr>
      <dsp:spPr>
        <a:xfrm>
          <a:off x="1442880" y="3125582"/>
          <a:ext cx="5810927" cy="124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212" tIns="132212" rIns="132212" bIns="1322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Aim and Objectives</a:t>
          </a:r>
        </a:p>
      </dsp:txBody>
      <dsp:txXfrm>
        <a:off x="1442880" y="3125582"/>
        <a:ext cx="5810927" cy="1249247"/>
      </dsp:txXfrm>
    </dsp:sp>
    <dsp:sp modelId="{B8B6B935-A0D5-4A4B-8917-D4B4B8B1C4A3}">
      <dsp:nvSpPr>
        <dsp:cNvPr id="0" name=""/>
        <dsp:cNvSpPr/>
      </dsp:nvSpPr>
      <dsp:spPr>
        <a:xfrm>
          <a:off x="0" y="4687141"/>
          <a:ext cx="7253808" cy="12492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93377-CF81-4247-810A-50E3D7E17F13}">
      <dsp:nvSpPr>
        <dsp:cNvPr id="0" name=""/>
        <dsp:cNvSpPr/>
      </dsp:nvSpPr>
      <dsp:spPr>
        <a:xfrm>
          <a:off x="377897" y="4968222"/>
          <a:ext cx="687085" cy="6870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CF26B-3623-4D67-B8E3-D48D9E2D7995}">
      <dsp:nvSpPr>
        <dsp:cNvPr id="0" name=""/>
        <dsp:cNvSpPr/>
      </dsp:nvSpPr>
      <dsp:spPr>
        <a:xfrm>
          <a:off x="1442880" y="4687141"/>
          <a:ext cx="5810927" cy="124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212" tIns="132212" rIns="132212" bIns="1322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/>
              <a:cs typeface="Times New Roman"/>
            </a:rPr>
            <a:t>Significance of the study</a:t>
          </a:r>
        </a:p>
      </dsp:txBody>
      <dsp:txXfrm>
        <a:off x="1442880" y="4687141"/>
        <a:ext cx="5810927" cy="12492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3FBAD-CC6A-4E08-8DA3-14B86EA83D95}">
      <dsp:nvSpPr>
        <dsp:cNvPr id="0" name=""/>
        <dsp:cNvSpPr/>
      </dsp:nvSpPr>
      <dsp:spPr>
        <a:xfrm>
          <a:off x="0" y="604"/>
          <a:ext cx="7777683" cy="831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808D58-DD28-46E7-9D50-452B2C01F241}">
      <dsp:nvSpPr>
        <dsp:cNvPr id="0" name=""/>
        <dsp:cNvSpPr/>
      </dsp:nvSpPr>
      <dsp:spPr>
        <a:xfrm>
          <a:off x="251563" y="187717"/>
          <a:ext cx="457388" cy="4573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681E7-A7E8-4E71-B044-E7136D879511}">
      <dsp:nvSpPr>
        <dsp:cNvPr id="0" name=""/>
        <dsp:cNvSpPr/>
      </dsp:nvSpPr>
      <dsp:spPr>
        <a:xfrm>
          <a:off x="960516" y="604"/>
          <a:ext cx="6817166" cy="83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13" tIns="88013" rIns="88013" bIns="880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/>
              <a:cs typeface="Times New Roman"/>
            </a:rPr>
            <a:t>Aim:</a:t>
          </a:r>
          <a:r>
            <a:rPr lang="en-US" sz="1600" kern="1200" dirty="0">
              <a:latin typeface="Times New Roman"/>
              <a:cs typeface="Times New Roman"/>
            </a:rPr>
            <a:t> </a:t>
          </a:r>
        </a:p>
      </dsp:txBody>
      <dsp:txXfrm>
        <a:off x="960516" y="604"/>
        <a:ext cx="6817166" cy="831616"/>
      </dsp:txXfrm>
    </dsp:sp>
    <dsp:sp modelId="{A9F9F1D7-4A94-4AC1-B2AE-2A280DF49F11}">
      <dsp:nvSpPr>
        <dsp:cNvPr id="0" name=""/>
        <dsp:cNvSpPr/>
      </dsp:nvSpPr>
      <dsp:spPr>
        <a:xfrm>
          <a:off x="0" y="1040124"/>
          <a:ext cx="7777683" cy="831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16E48-B363-4532-A412-D79ACA9E0F53}">
      <dsp:nvSpPr>
        <dsp:cNvPr id="0" name=""/>
        <dsp:cNvSpPr/>
      </dsp:nvSpPr>
      <dsp:spPr>
        <a:xfrm>
          <a:off x="251563" y="1227238"/>
          <a:ext cx="457388" cy="4573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A54AF-A6A2-41A6-B525-05CD8407E607}">
      <dsp:nvSpPr>
        <dsp:cNvPr id="0" name=""/>
        <dsp:cNvSpPr/>
      </dsp:nvSpPr>
      <dsp:spPr>
        <a:xfrm>
          <a:off x="960516" y="1040124"/>
          <a:ext cx="6817166" cy="83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13" tIns="88013" rIns="88013" bIns="880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/>
              <a:cs typeface="Times New Roman"/>
            </a:rPr>
            <a:t>To develop a cost-effective, smart insulin pump for automated blood glucose control and management.</a:t>
          </a:r>
        </a:p>
      </dsp:txBody>
      <dsp:txXfrm>
        <a:off x="960516" y="1040124"/>
        <a:ext cx="6817166" cy="831616"/>
      </dsp:txXfrm>
    </dsp:sp>
    <dsp:sp modelId="{1E1826EA-FACC-46C9-87FC-49AC8BAFC1A7}">
      <dsp:nvSpPr>
        <dsp:cNvPr id="0" name=""/>
        <dsp:cNvSpPr/>
      </dsp:nvSpPr>
      <dsp:spPr>
        <a:xfrm>
          <a:off x="0" y="2079644"/>
          <a:ext cx="7777683" cy="831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83227-F99E-4995-8E3B-BE87CBD707E4}">
      <dsp:nvSpPr>
        <dsp:cNvPr id="0" name=""/>
        <dsp:cNvSpPr/>
      </dsp:nvSpPr>
      <dsp:spPr>
        <a:xfrm>
          <a:off x="251563" y="2266758"/>
          <a:ext cx="457388" cy="4573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6B11E-C045-42A0-8FFD-B4069EED4CA7}">
      <dsp:nvSpPr>
        <dsp:cNvPr id="0" name=""/>
        <dsp:cNvSpPr/>
      </dsp:nvSpPr>
      <dsp:spPr>
        <a:xfrm>
          <a:off x="960516" y="2079644"/>
          <a:ext cx="6817166" cy="83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13" tIns="88013" rIns="88013" bIns="8801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/>
              <a:cs typeface="Times New Roman"/>
            </a:rPr>
            <a:t>Objectives:</a:t>
          </a:r>
          <a:endParaRPr lang="en-US" sz="1600" kern="1200" dirty="0">
            <a:latin typeface="Times New Roman"/>
            <a:cs typeface="Times New Roman"/>
          </a:endParaRPr>
        </a:p>
      </dsp:txBody>
      <dsp:txXfrm>
        <a:off x="960516" y="2079644"/>
        <a:ext cx="6817166" cy="831616"/>
      </dsp:txXfrm>
    </dsp:sp>
    <dsp:sp modelId="{BBCBBA30-151C-4126-8D2F-4003F5780793}">
      <dsp:nvSpPr>
        <dsp:cNvPr id="0" name=""/>
        <dsp:cNvSpPr/>
      </dsp:nvSpPr>
      <dsp:spPr>
        <a:xfrm>
          <a:off x="0" y="3119164"/>
          <a:ext cx="7777683" cy="831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F79E1-3679-424A-B532-E316431E5432}">
      <dsp:nvSpPr>
        <dsp:cNvPr id="0" name=""/>
        <dsp:cNvSpPr/>
      </dsp:nvSpPr>
      <dsp:spPr>
        <a:xfrm>
          <a:off x="251563" y="3306278"/>
          <a:ext cx="457388" cy="4573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AF04E-AAEC-49F4-9104-A8805B6D7C28}">
      <dsp:nvSpPr>
        <dsp:cNvPr id="0" name=""/>
        <dsp:cNvSpPr/>
      </dsp:nvSpPr>
      <dsp:spPr>
        <a:xfrm>
          <a:off x="960516" y="3119164"/>
          <a:ext cx="6817166" cy="83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13" tIns="88013" rIns="88013" bIns="88013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/>
              <a:cs typeface="Times New Roman"/>
            </a:rPr>
            <a:t>To Incorporate real-time continuous glucose monitor</a:t>
          </a:r>
        </a:p>
      </dsp:txBody>
      <dsp:txXfrm>
        <a:off x="960516" y="3119164"/>
        <a:ext cx="6817166" cy="831616"/>
      </dsp:txXfrm>
    </dsp:sp>
    <dsp:sp modelId="{3250984C-47F0-4D5B-9E68-290008E32584}">
      <dsp:nvSpPr>
        <dsp:cNvPr id="0" name=""/>
        <dsp:cNvSpPr/>
      </dsp:nvSpPr>
      <dsp:spPr>
        <a:xfrm>
          <a:off x="0" y="4158685"/>
          <a:ext cx="7777683" cy="831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A0B83-E9D5-4234-BBEE-6172AFD261D2}">
      <dsp:nvSpPr>
        <dsp:cNvPr id="0" name=""/>
        <dsp:cNvSpPr/>
      </dsp:nvSpPr>
      <dsp:spPr>
        <a:xfrm>
          <a:off x="251563" y="4345798"/>
          <a:ext cx="457388" cy="4573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83C75-4F88-471E-AC17-889B33C09A87}">
      <dsp:nvSpPr>
        <dsp:cNvPr id="0" name=""/>
        <dsp:cNvSpPr/>
      </dsp:nvSpPr>
      <dsp:spPr>
        <a:xfrm>
          <a:off x="960516" y="4158685"/>
          <a:ext cx="6817166" cy="83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13" tIns="88013" rIns="88013" bIns="88013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/>
              <a:cs typeface="Times New Roman"/>
            </a:rPr>
            <a:t>To Develop control algorithms to automate insulin delivery</a:t>
          </a:r>
        </a:p>
      </dsp:txBody>
      <dsp:txXfrm>
        <a:off x="960516" y="4158685"/>
        <a:ext cx="6817166" cy="831616"/>
      </dsp:txXfrm>
    </dsp:sp>
    <dsp:sp modelId="{2DD3B2DB-E29F-4AB7-99E0-C054DCC406D1}">
      <dsp:nvSpPr>
        <dsp:cNvPr id="0" name=""/>
        <dsp:cNvSpPr/>
      </dsp:nvSpPr>
      <dsp:spPr>
        <a:xfrm>
          <a:off x="0" y="5198205"/>
          <a:ext cx="7777683" cy="831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3EA4-C44C-426C-A9DE-5F771C143A84}">
      <dsp:nvSpPr>
        <dsp:cNvPr id="0" name=""/>
        <dsp:cNvSpPr/>
      </dsp:nvSpPr>
      <dsp:spPr>
        <a:xfrm>
          <a:off x="251563" y="5385319"/>
          <a:ext cx="457388" cy="45738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82D77-0FF7-4FDB-82F9-F8390B9DE4C8}">
      <dsp:nvSpPr>
        <dsp:cNvPr id="0" name=""/>
        <dsp:cNvSpPr/>
      </dsp:nvSpPr>
      <dsp:spPr>
        <a:xfrm>
          <a:off x="960516" y="5198205"/>
          <a:ext cx="6817166" cy="83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13" tIns="88013" rIns="88013" bIns="88013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/>
              <a:cs typeface="Times New Roman"/>
            </a:rPr>
            <a:t>To Add connectivity and app for remote monitoring/alerts</a:t>
          </a:r>
        </a:p>
      </dsp:txBody>
      <dsp:txXfrm>
        <a:off x="960516" y="5198205"/>
        <a:ext cx="6817166" cy="831616"/>
      </dsp:txXfrm>
    </dsp:sp>
    <dsp:sp modelId="{227ACBC2-F024-4BF7-93F8-621160688BEE}">
      <dsp:nvSpPr>
        <dsp:cNvPr id="0" name=""/>
        <dsp:cNvSpPr/>
      </dsp:nvSpPr>
      <dsp:spPr>
        <a:xfrm>
          <a:off x="0" y="6237725"/>
          <a:ext cx="7777683" cy="831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5545B-1FC1-4B4A-AEF4-BC4437678E54}">
      <dsp:nvSpPr>
        <dsp:cNvPr id="0" name=""/>
        <dsp:cNvSpPr/>
      </dsp:nvSpPr>
      <dsp:spPr>
        <a:xfrm>
          <a:off x="251563" y="6424839"/>
          <a:ext cx="457388" cy="45738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45563-8DA1-4FEC-BE7C-2D5517CE728B}">
      <dsp:nvSpPr>
        <dsp:cNvPr id="0" name=""/>
        <dsp:cNvSpPr/>
      </dsp:nvSpPr>
      <dsp:spPr>
        <a:xfrm>
          <a:off x="960516" y="6237725"/>
          <a:ext cx="6817166" cy="831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013" tIns="88013" rIns="88013" bIns="88013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/>
              <a:cs typeface="Times New Roman"/>
            </a:rPr>
            <a:t>To Test and validate the automated insulin pump system</a:t>
          </a:r>
        </a:p>
      </dsp:txBody>
      <dsp:txXfrm>
        <a:off x="960516" y="6237725"/>
        <a:ext cx="6817166" cy="831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46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5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5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5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1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5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6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6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1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4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1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16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hifa.org/support/supporting-organisations/family-medicine-unit-department-community-health-primary-care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news-room/fact-sheets/detail/diabet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29F2144-48B7-4730-955E-365ECED3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65FF50-D2F9-4A4F-86ED-F101E172B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8297"/>
            <a:ext cx="6403811" cy="1216447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  <a:latin typeface="Times New Roman"/>
                <a:ea typeface="Meiryo"/>
                <a:cs typeface="Times New Roman"/>
              </a:rPr>
              <a:t>SMART INSULIN PUMP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949752"/>
            <a:ext cx="6027400" cy="2033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 b="1" dirty="0">
                <a:solidFill>
                  <a:schemeClr val="tx2"/>
                </a:solidFill>
                <a:latin typeface="Times New Roman"/>
                <a:cs typeface="Times New Roman"/>
              </a:rPr>
              <a:t>BY:</a:t>
            </a:r>
            <a:endParaRPr lang="en-US" b="1" dirty="0">
              <a:solidFill>
                <a:schemeClr val="tx2"/>
              </a:solidFill>
            </a:endParaRPr>
          </a:p>
          <a:p>
            <a:pPr algn="l"/>
            <a:r>
              <a:rPr lang="en-US" sz="2200" dirty="0">
                <a:solidFill>
                  <a:schemeClr val="tx2"/>
                </a:solidFill>
                <a:latin typeface="Times New Roman"/>
                <a:cs typeface="Times New Roman"/>
              </a:rPr>
              <a:t>ONYEJIAKA MADUABUCHI 170410008</a:t>
            </a:r>
            <a:endParaRPr lang="en-US" dirty="0">
              <a:solidFill>
                <a:schemeClr val="tx2"/>
              </a:solidFill>
            </a:endParaRPr>
          </a:p>
          <a:p>
            <a:pPr algn="l"/>
            <a:r>
              <a:rPr lang="en-US" sz="2200" dirty="0">
                <a:solidFill>
                  <a:schemeClr val="tx2"/>
                </a:solidFill>
                <a:latin typeface="Times New Roman"/>
                <a:cs typeface="Times New Roman"/>
              </a:rPr>
              <a:t>AND</a:t>
            </a:r>
          </a:p>
          <a:p>
            <a:pPr algn="l"/>
            <a:r>
              <a:rPr lang="en-US" sz="2200" dirty="0">
                <a:solidFill>
                  <a:schemeClr val="tx2"/>
                </a:solidFill>
                <a:latin typeface="Times New Roman"/>
                <a:cs typeface="Times New Roman"/>
              </a:rPr>
              <a:t>LAWAL AYOBAMI       170410023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66D00-04AA-038A-B81A-7547EB90FA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08" r="15045" b="-2"/>
          <a:stretch/>
        </p:blipFill>
        <p:spPr>
          <a:xfrm>
            <a:off x="7520131" y="10"/>
            <a:ext cx="4671869" cy="570298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4D834C7-8223-43DA-AA30-E15A1BC7B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3812"/>
            <a:ext cx="12192000" cy="116418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2DE6C5-8EB8-4E41-B0FF-93563AA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5693811"/>
            <a:ext cx="12191999" cy="1164188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8E67B-33CA-78F6-E3E3-43D8CF0E4919}"/>
              </a:ext>
            </a:extLst>
          </p:cNvPr>
          <p:cNvSpPr txBox="1"/>
          <p:nvPr/>
        </p:nvSpPr>
        <p:spPr>
          <a:xfrm>
            <a:off x="1329339" y="54222"/>
            <a:ext cx="56708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Segoe UI"/>
                <a:cs typeface="Segoe UI"/>
              </a:rPr>
              <a:t>DEPARTMENT OF BIOMEDICAL ENGINEERING </a:t>
            </a:r>
            <a:endParaRPr lang="en-US"/>
          </a:p>
          <a:p>
            <a:pPr algn="ctr"/>
            <a:r>
              <a:rPr lang="en-US" b="1" dirty="0">
                <a:solidFill>
                  <a:schemeClr val="tx2"/>
                </a:solidFill>
                <a:latin typeface="Segoe UI"/>
                <a:cs typeface="Segoe UI"/>
              </a:rPr>
              <a:t>FACULTY OF ENGINEERING </a:t>
            </a:r>
          </a:p>
          <a:p>
            <a:pPr algn="ctr"/>
            <a:r>
              <a:rPr lang="en-US" b="1" dirty="0">
                <a:solidFill>
                  <a:schemeClr val="tx2"/>
                </a:solidFill>
                <a:latin typeface="Segoe UI"/>
                <a:cs typeface="Segoe UI"/>
              </a:rPr>
              <a:t>UNIVERSITY OF LAGOS</a:t>
            </a:r>
            <a:endParaRPr lang="en-US" b="1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7D73F-B88B-A9EA-A1CB-99B8D8F156D0}"/>
              </a:ext>
            </a:extLst>
          </p:cNvPr>
          <p:cNvSpPr txBox="1"/>
          <p:nvPr/>
        </p:nvSpPr>
        <p:spPr>
          <a:xfrm>
            <a:off x="892824" y="5698934"/>
            <a:ext cx="627043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SUPERVISOR : DR. O.A ADELEYE</a:t>
            </a:r>
          </a:p>
          <a:p>
            <a:r>
              <a:rPr lang="en-US" b="1" dirty="0">
                <a:solidFill>
                  <a:schemeClr val="bg1"/>
                </a:solidFill>
              </a:rPr>
              <a:t>DEPARTMENT OF BIOMEDICAL ENGINEERING </a:t>
            </a:r>
          </a:p>
          <a:p>
            <a:r>
              <a:rPr lang="en-US" b="1" dirty="0">
                <a:solidFill>
                  <a:schemeClr val="bg1"/>
                </a:solidFill>
              </a:rPr>
              <a:t>FACULTY OF ENGINEERING </a:t>
            </a:r>
          </a:p>
          <a:p>
            <a:r>
              <a:rPr lang="en-US" b="1" dirty="0">
                <a:solidFill>
                  <a:schemeClr val="bg1"/>
                </a:solidFill>
              </a:rPr>
              <a:t>UNIVERSITY OF LAGOS</a:t>
            </a:r>
          </a:p>
        </p:txBody>
      </p:sp>
      <p:pic>
        <p:nvPicPr>
          <p:cNvPr id="12" name="Picture 11" descr="A logo of a university of lagos&#10;&#10;Description automatically generated">
            <a:extLst>
              <a:ext uri="{FF2B5EF4-FFF2-40B4-BE49-F238E27FC236}">
                <a16:creationId xmlns:a16="http://schemas.microsoft.com/office/drawing/2014/main" id="{D4C9D1FB-726D-73A2-B9D9-231D776DA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-3844" y="3443"/>
            <a:ext cx="1182821" cy="112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DE3D0-B7CE-60D6-787C-8EBF3888F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CBF47E-01BB-FB72-1C26-F7C8C18402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0156718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8473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63E44-B6AB-D749-DEB8-C9BD63341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08" y="559813"/>
            <a:ext cx="3847638" cy="557793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/>
                <a:cs typeface="Times New Roman"/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775FC4-E058-158A-E08D-5E9C747A6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035731"/>
              </p:ext>
            </p:extLst>
          </p:nvPr>
        </p:nvGraphicFramePr>
        <p:xfrm>
          <a:off x="4807223" y="457200"/>
          <a:ext cx="7253808" cy="5938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3047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0DE65-B685-15A8-86E0-A91615DF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095185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Background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1AEE-916C-A956-169B-74769EECA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3" y="2745362"/>
            <a:ext cx="4169714" cy="35528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Diabetes mellitus</a:t>
            </a:r>
            <a:r>
              <a:rPr lang="en-US" sz="2400" dirty="0">
                <a:solidFill>
                  <a:schemeClr val="tx1"/>
                </a:solidFill>
                <a:latin typeface="Times New Roman"/>
                <a:ea typeface="+mn-lt"/>
                <a:cs typeface="+mn-lt"/>
              </a:rPr>
              <a:t>, a chronic condition characterized by impaired insulin production or function, affects millions worldwide.</a:t>
            </a:r>
          </a:p>
          <a:p>
            <a:pPr>
              <a:buFont typeface="Arial"/>
              <a:buChar char="•"/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diagram of blood vessels&#10;&#10;Description automatically generated">
            <a:extLst>
              <a:ext uri="{FF2B5EF4-FFF2-40B4-BE49-F238E27FC236}">
                <a16:creationId xmlns:a16="http://schemas.microsoft.com/office/drawing/2014/main" id="{D42204F3-2EA0-E930-23DC-26B6952E6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5" y="1530069"/>
            <a:ext cx="8029133" cy="532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84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23F70-BC83-49C7-C3EF-E73647E1E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8763000" cy="1664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Background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489D4-8C1E-C85A-15C8-FAB1148B6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7" y="2384474"/>
            <a:ext cx="8762436" cy="37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Diabetes cases have increased exponentially, especially Type 1 in youth (World Health Organization [WHO], 2021).</a:t>
            </a:r>
          </a:p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Insulin pumps help with compliance but lack real-time glucose data and automation (Murphy et al., 2022).</a:t>
            </a:r>
          </a:p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Smart closed-loop systems can revolutionize self-management.</a:t>
            </a:r>
            <a:endParaRPr lang="en-US" dirty="0">
              <a:solidFill>
                <a:schemeClr val="tx2"/>
              </a:solidFill>
              <a:latin typeface="Times New Roman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29F241-2B1B-40E9-A72C-63955DFFF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B4B9D7-F359-44A2-87B4-EAFA68AA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1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3E53E-7180-0A67-D0C2-4F1A03CE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ea typeface="+mj-lt"/>
                <a:cs typeface="+mj-lt"/>
              </a:rPr>
              <a:t>Statement Of The Study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56BD-4348-D55F-84E3-204E0CB0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62200"/>
            <a:ext cx="8796444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This project aims to design and prototype a smart insulin pump integrating continuous glucose monitoring, automation algorithms and connectivity for improved diabetic care.</a:t>
            </a:r>
            <a:endParaRPr lang="en-US" sz="32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080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7F751-BD91-7F6A-8E25-F4E5496F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sz="3700" dirty="0">
                <a:latin typeface="Times New Roman"/>
                <a:cs typeface="Times New Roman"/>
              </a:rPr>
              <a:t>Aim And Objectives 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5815D90-6CA3-054C-63EB-31220F503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434717"/>
              </p:ext>
            </p:extLst>
          </p:nvPr>
        </p:nvGraphicFramePr>
        <p:xfrm>
          <a:off x="4569098" y="-150017"/>
          <a:ext cx="7777683" cy="7069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4838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790D-6B59-C7FD-742F-F0D375489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1D3F5-4C9A-970E-E1A2-791C96A9F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936" y="2224489"/>
            <a:ext cx="11247697" cy="43950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A number of study has been done on smart insulin pump with continuous glucose monitoring. Below are a few of them 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Closed-Loop Systems Advancements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Calibri"/>
                <a:cs typeface="Times New Roman"/>
              </a:rPr>
              <a:t>Agrawal et al., 2020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. Engineering insulin delivery devices for improved glucose control.</a:t>
            </a:r>
            <a:endParaRPr lang="en-US" sz="2400">
              <a:solidFill>
                <a:schemeClr val="tx1">
                  <a:alpha val="80000"/>
                </a:schemeClr>
              </a:solidFill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>
                    <a:alpha val="80000"/>
                  </a:schemeClr>
                </a:solidFill>
                <a:latin typeface="Times New Roman"/>
                <a:ea typeface="Calibri"/>
                <a:cs typeface="Times New Roman"/>
              </a:rPr>
              <a:t>Combining continuous glucose monitoring with automated insulin delivery</a:t>
            </a:r>
            <a:endParaRPr lang="en-US" sz="2400" b="1">
              <a:solidFill>
                <a:schemeClr val="tx1">
                  <a:alpha val="80000"/>
                </a:schemeClr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chemeClr val="tx1">
                  <a:alpha val="80000"/>
                </a:schemeClr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tx1">
                  <a:alpha val="80000"/>
                </a:schemeClr>
              </a:solidFill>
              <a:latin typeface="Times New Roman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934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BB8E9A-B28B-2982-4FE0-51E1637A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8763000" cy="1664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ea typeface="+mj-lt"/>
                <a:cs typeface="+mj-lt"/>
              </a:rPr>
              <a:t>Literature Review</a:t>
            </a:r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ECC7-822A-33EE-A606-DA86B51C6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7" y="2384474"/>
            <a:ext cx="8762436" cy="37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ea typeface="Calibri"/>
                <a:cs typeface="Calibri"/>
              </a:rPr>
              <a:t>Sun et al., 2022. Personalized model predictive control for automated insulin delivery: In silico evaluation of single- and dual-hormonal control.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/>
                <a:ea typeface="Calibri"/>
                <a:cs typeface="Calibri"/>
              </a:rPr>
              <a:t>Model Predictive Control emerging as optimal algorithm</a:t>
            </a:r>
            <a:endParaRPr lang="en-US" b="1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800" b="1">
              <a:solidFill>
                <a:schemeClr val="tx2"/>
              </a:solidFill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9F241-2B1B-40E9-A72C-63955DFFF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B4B9D7-F359-44A2-87B4-EAFA68AA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464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4AD98-73D0-671B-241A-16A1ABC3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5" y="190719"/>
            <a:ext cx="8763000" cy="9978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65C55-3340-6F11-16E2-FE0C850AC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7" y="1503412"/>
            <a:ext cx="8762436" cy="46096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cs typeface="Times New Roman"/>
              </a:rPr>
              <a:t>Key Technology Enablers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cs typeface="Times New Roman"/>
              </a:rPr>
              <a:t>Miao et al., 2022. Accuracy of real-time continuous glucose monitoring sensors in outpatients with Type 2 Diabetes Mellitus.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cs typeface="Times New Roman"/>
              </a:rPr>
              <a:t>Accurate and low-cost CGM sensors like Dexcom G6</a:t>
            </a:r>
          </a:p>
          <a:p>
            <a:pPr marL="0" indent="0">
              <a:buNone/>
            </a:pPr>
            <a:endParaRPr lang="en-US" sz="2400" b="1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cs typeface="Times New Roman"/>
              </a:rPr>
              <a:t>Bode et al., 2022. Clinic-to-home transition and clinical biomarkers of glycemic control using a mobile app-driven insulin guidance system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cs typeface="Times New Roman"/>
              </a:rPr>
              <a:t>ESP32 microcontroller for control algorithms &amp; connectivity</a:t>
            </a:r>
          </a:p>
          <a:p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9F241-2B1B-40E9-A72C-63955DFFF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B4B9D7-F359-44A2-87B4-EAFA68AA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896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9C2818-9F5B-62E6-E830-8C949391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7" y="183833"/>
            <a:ext cx="8763000" cy="87876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3B49E-1E94-859A-1291-BA06B65A4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7" y="1478452"/>
            <a:ext cx="8762436" cy="46346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/>
                <a:cs typeface="Times New Roman"/>
              </a:rPr>
              <a:t>Kumaresan et al., 2022. DIABITS: A closed-loop insulin delivery system with Bluetooth remote monitoring.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Bluetooth for app connectivity and remote monitoring</a:t>
            </a:r>
          </a:p>
          <a:p>
            <a:pPr marL="0" indent="0">
              <a:buNone/>
            </a:pPr>
            <a:endParaRPr lang="en-US" sz="2400" b="1" dirty="0">
              <a:solidFill>
                <a:schemeClr val="tx2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Times New Roman"/>
              </a:rPr>
              <a:t>Wu et al., 2022. Effects of the WeChat-based telemedicine educational program on glycemic variability and diabetes management in Chinese patients with type 2 diabetes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cs typeface="Times New Roman"/>
              </a:rPr>
              <a:t>Android apps aid in glucose management when tailored to patient</a:t>
            </a:r>
          </a:p>
          <a:p>
            <a:pPr marL="0" indent="0">
              <a:buNone/>
            </a:pP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9F241-2B1B-40E9-A72C-63955DFFF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B4B9D7-F359-44A2-87B4-EAFA68AA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297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ACA6B-0EDA-E1CE-DFE8-89094CDD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ea typeface="+mj-lt"/>
                <a:cs typeface="+mj-lt"/>
              </a:rPr>
              <a:t>Literature Review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DD08A-FECF-01FD-A7A5-92015C27D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122" y="2270393"/>
            <a:ext cx="10094224" cy="435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Sabanayagam &amp; 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Sandarua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, 2022. Closed-loop insulin delivery systems for diabetes management: Current perspectives and future directions.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In summary, integrating reliable CGM, intelligent algorithms, and connectivity provides an optimized automated system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endParaRPr lang="en-US" dirty="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4548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CBEC9D-9F9B-4383-B986-DE5B184A9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44401"/>
          <a:stretch/>
        </p:blipFill>
        <p:spPr>
          <a:xfrm>
            <a:off x="-3048" y="-1"/>
            <a:ext cx="1146048" cy="10709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FB54D1-3629-8C26-0631-EEC8549D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151"/>
            <a:ext cx="4648200" cy="117616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tx2"/>
                </a:solidFill>
                <a:latin typeface="Times New Roman"/>
                <a:cs typeface="Times New Roman"/>
              </a:rPr>
              <a:t>METHODOLOGY</a:t>
            </a:r>
          </a:p>
        </p:txBody>
      </p:sp>
      <p:pic>
        <p:nvPicPr>
          <p:cNvPr id="4" name="Picture 3" descr="A close up of a device&#10;&#10;Description automatically generated">
            <a:extLst>
              <a:ext uri="{FF2B5EF4-FFF2-40B4-BE49-F238E27FC236}">
                <a16:creationId xmlns:a16="http://schemas.microsoft.com/office/drawing/2014/main" id="{C9B7F874-45BE-FFE5-774E-AD8AC12F1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06" y="486197"/>
            <a:ext cx="4817466" cy="26896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B4803-5D64-61E4-FF0A-9DFAB35D7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1833563"/>
            <a:ext cx="6052837" cy="41810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The key methods and technologies used to develop the smart insulin pump are:</a:t>
            </a: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Sensor Selection</a:t>
            </a:r>
            <a:endParaRPr lang="en-US" sz="2400" b="1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Evaluate accurate CGM sensors like Dexcom G6, </a:t>
            </a:r>
            <a:r>
              <a:rPr lang="en-US" sz="2400" err="1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Eversense</a:t>
            </a:r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 for performance metrics and cost</a:t>
            </a: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Finalize sensor based on accuracy, reliability, affordability constraints</a:t>
            </a: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b="1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close up of a device&#10;&#10;Description automatically generated">
            <a:extLst>
              <a:ext uri="{FF2B5EF4-FFF2-40B4-BE49-F238E27FC236}">
                <a16:creationId xmlns:a16="http://schemas.microsoft.com/office/drawing/2014/main" id="{E0F2BD76-55CA-4065-C1DD-5B20CC6BB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806" y="3894947"/>
            <a:ext cx="4817466" cy="16263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FE52FC7-B3EF-46A4-B8CE-292164EC9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690E3B-6790-A8A8-46C1-6F4E192B7662}"/>
              </a:ext>
            </a:extLst>
          </p:cNvPr>
          <p:cNvSpPr txBox="1"/>
          <p:nvPr/>
        </p:nvSpPr>
        <p:spPr>
          <a:xfrm>
            <a:off x="7280312" y="5152680"/>
            <a:ext cx="3132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Fig.2 </a:t>
            </a:r>
            <a:r>
              <a:rPr lang="en-US" dirty="0" err="1"/>
              <a:t>Eversense</a:t>
            </a:r>
            <a:r>
              <a:rPr lang="en-US" dirty="0"/>
              <a:t> sensor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60712D-B433-A0C9-DB07-121C91A5EF71}"/>
              </a:ext>
            </a:extLst>
          </p:cNvPr>
          <p:cNvSpPr txBox="1"/>
          <p:nvPr/>
        </p:nvSpPr>
        <p:spPr>
          <a:xfrm>
            <a:off x="6883247" y="2988325"/>
            <a:ext cx="28919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Fig.1 DexcomG6 sensor</a:t>
            </a:r>
          </a:p>
        </p:txBody>
      </p:sp>
    </p:spTree>
    <p:extLst>
      <p:ext uri="{BB962C8B-B14F-4D97-AF65-F5344CB8AC3E}">
        <p14:creationId xmlns:p14="http://schemas.microsoft.com/office/powerpoint/2010/main" val="3794687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1752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0"/>
            <a:ext cx="12191999" cy="2217528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2C650-F2CD-63FC-3C4F-ABB44776D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ea typeface="+mj-lt"/>
                <a:cs typeface="+mj-lt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CEE0F-03C5-2C79-3F7F-64638F8C6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794" y="2324101"/>
            <a:ext cx="5460206" cy="397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imes New Roman"/>
                <a:cs typeface="Times New Roman"/>
              </a:rPr>
              <a:t>Delivery Mechanism</a:t>
            </a:r>
          </a:p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Design pumping mechanism with stepper motor for precision</a:t>
            </a:r>
          </a:p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Incorporate durable insulin reservoir and cannula setup</a:t>
            </a:r>
          </a:p>
          <a:p>
            <a:endParaRPr lang="en-US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4" descr="A black and silver motor&#10;&#10;Description automatically generated">
            <a:extLst>
              <a:ext uri="{FF2B5EF4-FFF2-40B4-BE49-F238E27FC236}">
                <a16:creationId xmlns:a16="http://schemas.microsoft.com/office/drawing/2014/main" id="{73A03091-6B0D-E6C5-C95B-D16F1EAF3F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228" b="2"/>
          <a:stretch/>
        </p:blipFill>
        <p:spPr>
          <a:xfrm>
            <a:off x="5996628" y="2217529"/>
            <a:ext cx="6195372" cy="4640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B88732-53C3-1DB0-A1DF-BAF4553542DD}"/>
              </a:ext>
            </a:extLst>
          </p:cNvPr>
          <p:cNvSpPr txBox="1"/>
          <p:nvPr/>
        </p:nvSpPr>
        <p:spPr>
          <a:xfrm>
            <a:off x="6403554" y="6265843"/>
            <a:ext cx="33394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Stepper Motor</a:t>
            </a:r>
          </a:p>
        </p:txBody>
      </p:sp>
    </p:spTree>
    <p:extLst>
      <p:ext uri="{BB962C8B-B14F-4D97-AF65-F5344CB8AC3E}">
        <p14:creationId xmlns:p14="http://schemas.microsoft.com/office/powerpoint/2010/main" val="244918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1752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7" y="0"/>
            <a:ext cx="12191999" cy="2217528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4401B-B062-C955-48E0-44E1BBDE5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8862-ADF8-DB82-8FDE-EDFD3C5A0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3" y="2216944"/>
            <a:ext cx="7798420" cy="467798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Control Algorithm Development</a:t>
            </a:r>
            <a:endParaRPr lang="en-US" sz="2400" b="1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Explore and adapt model predictive control algorithms from literature</a:t>
            </a: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Tune algorithm based on clinical glucose data for personalized delivery</a:t>
            </a: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Electronics and Firmware</a:t>
            </a:r>
            <a:endParaRPr lang="en-US" sz="2400" b="1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Select ESP32 as the main microcontroller for this system</a:t>
            </a: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Program insulin delivery logic and connectivity firmware with Arduino IDE</a:t>
            </a:r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close-up of a microchip&#10;&#10;Description automatically generated">
            <a:extLst>
              <a:ext uri="{FF2B5EF4-FFF2-40B4-BE49-F238E27FC236}">
                <a16:creationId xmlns:a16="http://schemas.microsoft.com/office/drawing/2014/main" id="{1D3BFCEA-E53A-D8B1-5320-D3F0D8CBBB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90" r="4527" b="3"/>
          <a:stretch/>
        </p:blipFill>
        <p:spPr>
          <a:xfrm>
            <a:off x="7890582" y="2217529"/>
            <a:ext cx="4301418" cy="3894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DA94C3-9298-4562-3976-98D63CA5F5B1}"/>
              </a:ext>
            </a:extLst>
          </p:cNvPr>
          <p:cNvSpPr txBox="1"/>
          <p:nvPr/>
        </p:nvSpPr>
        <p:spPr>
          <a:xfrm>
            <a:off x="8492168" y="610977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ESP32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2097052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57B7B-30D9-4515-9542-FFA699A3C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9E6C4-F60A-77F7-C818-C7413956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478" y="-2895"/>
            <a:ext cx="8763000" cy="16645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7280D-9685-5252-D1E9-E498A347F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797" y="1774874"/>
            <a:ext cx="8750713" cy="43382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App Development</a:t>
            </a:r>
            <a:endParaRPr lang="en-US" sz="2400" b="1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Build Android app with connectivity to device using Bluetooth protocols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Enable remote monitoring, logging and alerts for users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Testing and Validation</a:t>
            </a:r>
            <a:endParaRPr lang="en-US" sz="2400" b="1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Rigorously test sub-systems first followed by integrated system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/>
                <a:ea typeface="+mn-lt"/>
                <a:cs typeface="+mn-lt"/>
              </a:rPr>
              <a:t>Validate key metrics - accuracy, reliability, automation performance in trials</a:t>
            </a:r>
            <a:endParaRPr lang="en-US" sz="24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endParaRPr lang="en-US" sz="24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29F241-2B1B-40E9-A72C-63955DFFF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B4B9D7-F359-44A2-87B4-EAFA68AA9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8481" y="0"/>
            <a:ext cx="2143519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xy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279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F17AE-76E4-F334-28BB-8850F818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DD58-0C94-6971-AC38-523FFC0B9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187" y="2362200"/>
            <a:ext cx="11692043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World Health Organization [WHO]. (2021). Diabetes factsheet. 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https://www.who.int/news-room/fact-sheets/detail/diabetes</a:t>
            </a:r>
            <a:endParaRPr lang="en-US" sz="1800" dirty="0">
              <a:solidFill>
                <a:schemeClr val="tx1">
                  <a:alpha val="80000"/>
                </a:schemeClr>
              </a:solidFill>
              <a:latin typeface="Times New Roman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Murphy, H. R., Rayman, G., &amp; Skinner, T. C. (2022). Psycho-educational interventions for children and young people with Type 1 diabetes. Diabetic Medicine, 39(1), 40-51.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Agrawal, P., Welsh, J. B., &amp; Kannard, B. (2020). Engineering insulin delivery devices for improved glucose control. Annual Review of Biomedical Engineering.</a:t>
            </a:r>
            <a:endParaRPr lang="en-US" sz="1800" dirty="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Bode, B., Choudhary, P., Gilmore, L. A., Sutton, D., Blake, K., </a:t>
            </a:r>
            <a:r>
              <a:rPr lang="en-US" sz="1800" err="1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Brazg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, R. L., ... Grosman, B. (2022). Clinic-to-home transition and clinical biomarkers of glycemic control using a mobile app-driven insulin guidance system: </a:t>
            </a:r>
            <a:r>
              <a:rPr lang="en-US" sz="1800" err="1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BIoLA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. Diabetes Technology &amp; Therapeutics, 24(1), 40-47.</a:t>
            </a:r>
            <a:endParaRPr lang="en-US" sz="1800" dirty="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Kumaresan, K., </a:t>
            </a:r>
            <a:r>
              <a:rPr lang="en-US" sz="1800" err="1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Alhattab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, D., &amp; </a:t>
            </a:r>
            <a:r>
              <a:rPr lang="en-US" sz="1800" err="1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Elkhader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+mn-lt"/>
              </a:rPr>
              <a:t>, I. A. (2022). DIABITS: A closed-loop insulin delivery system with Bluetooth remote monitoring. Biomedical Signal Processing and Control, 73, 103288.</a:t>
            </a:r>
            <a:endParaRPr lang="en-US" sz="1800" dirty="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1800" dirty="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936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02421-31E1-B6F9-AB74-EFDD63745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B5306-2D3A-6C74-707D-885FAF1D7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03" y="2280138"/>
            <a:ext cx="11492751" cy="4311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cs typeface="Arial"/>
              </a:rPr>
              <a:t>Miao, M., Pan, Y., Wang, Y., Wang, Z., Zhang, H., Wu, X., Mi, B., Zhou, X., Wang, Q., &amp; Yin, B. (2022). Accuracy of real-time continuous glucose monitoring sensors in outpatients with Type 2 Diabetes Mellitus. Medical Devices &amp; Sensors, 7(1).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cs typeface="Arial"/>
              </a:rPr>
              <a:t>Sabanayagam, C., &amp; </a:t>
            </a:r>
            <a:r>
              <a:rPr lang="en-US" sz="1800" err="1">
                <a:solidFill>
                  <a:schemeClr val="tx1">
                    <a:alpha val="80000"/>
                  </a:schemeClr>
                </a:solidFill>
                <a:latin typeface="Times New Roman"/>
                <a:cs typeface="Arial"/>
              </a:rPr>
              <a:t>Sandarua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cs typeface="Arial"/>
              </a:rPr>
              <a:t>, S. (2022). Closed-loop insulin delivery systems for diabetes management: Current perspectives and future directions. Applied Sciences, 12(2), 799.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cs typeface="Arial"/>
              </a:rPr>
              <a:t>Sun, Q., Dassau, E., Gondhalekar, R., Gao, J., Doyle Iii, F. J., Zisser, H., &amp; Jiang, P. (2022). Personalized model predictive control for automated insulin delivery: In silico evaluation of single- and dual-hormonal control. Journal of Diabetes Science and Technology, 16(3), 592-601.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cs typeface="Arial"/>
              </a:rPr>
              <a:t>Wu, Y., Zhou, H., Wang, Q., Zhang, S., Wu, X., Ji, L., Wang, W., &amp; Ji, Q. (2022). Effects of the WeChat-based telemedicine educational program on glycemic variability and diabetes management in Chinese patients with type 2 diabetes: Randomized controlled trial. JMIR mHealth and </a:t>
            </a:r>
            <a:r>
              <a:rPr lang="en-US" sz="1800" err="1">
                <a:solidFill>
                  <a:schemeClr val="tx1">
                    <a:alpha val="80000"/>
                  </a:schemeClr>
                </a:solidFill>
                <a:latin typeface="Times New Roman"/>
                <a:cs typeface="Arial"/>
              </a:rPr>
              <a:t>uHealth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  <a:latin typeface="Times New Roman"/>
                <a:cs typeface="Arial"/>
              </a:rPr>
              <a:t>, 10(1), e26818.</a:t>
            </a:r>
          </a:p>
          <a:p>
            <a:pPr>
              <a:lnSpc>
                <a:spcPct val="100000"/>
              </a:lnSpc>
            </a:pPr>
            <a:endParaRPr lang="en-US" sz="1800" dirty="0">
              <a:solidFill>
                <a:schemeClr val="tx1">
                  <a:alpha val="80000"/>
                </a:schemeClr>
              </a:solidFill>
              <a:latin typeface="Times New Roman"/>
              <a:cs typeface="Arial"/>
            </a:endParaRPr>
          </a:p>
          <a:p>
            <a:pPr>
              <a:lnSpc>
                <a:spcPct val="100000"/>
              </a:lnSpc>
            </a:pPr>
            <a:endParaRPr lang="en-US" sz="1800" dirty="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0898059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BlockprintVTI</vt:lpstr>
      <vt:lpstr>SMART INSULIN PUMP</vt:lpstr>
      <vt:lpstr>OUTLINE</vt:lpstr>
      <vt:lpstr>INTRODUCTION</vt:lpstr>
      <vt:lpstr>Background Of The Study</vt:lpstr>
      <vt:lpstr>Background Of The Study</vt:lpstr>
      <vt:lpstr>Statement Of The Study</vt:lpstr>
      <vt:lpstr>Aim And Objectives </vt:lpstr>
      <vt:lpstr>Literature Review</vt:lpstr>
      <vt:lpstr>Literature Review</vt:lpstr>
      <vt:lpstr>Literature Review</vt:lpstr>
      <vt:lpstr>Literature Review</vt:lpstr>
      <vt:lpstr>Literature Review</vt:lpstr>
      <vt:lpstr>METHODOLOGY</vt:lpstr>
      <vt:lpstr>METHODOLOGY</vt:lpstr>
      <vt:lpstr>METHODOLOGY</vt:lpstr>
      <vt:lpstr>METHODOLOGY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822</cp:revision>
  <dcterms:created xsi:type="dcterms:W3CDTF">2024-01-17T19:46:25Z</dcterms:created>
  <dcterms:modified xsi:type="dcterms:W3CDTF">2024-01-28T23:06:19Z</dcterms:modified>
</cp:coreProperties>
</file>